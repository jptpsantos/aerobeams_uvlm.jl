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5"/>
  </p:notesMasterIdLst>
  <p:sldIdLst>
    <p:sldId id="285" r:id="rId2"/>
    <p:sldId id="308" r:id="rId3"/>
    <p:sldId id="419" r:id="rId4"/>
    <p:sldId id="423" r:id="rId5"/>
    <p:sldId id="411" r:id="rId6"/>
    <p:sldId id="427" r:id="rId7"/>
    <p:sldId id="424" r:id="rId8"/>
    <p:sldId id="307" r:id="rId9"/>
    <p:sldId id="420" r:id="rId10"/>
    <p:sldId id="421" r:id="rId11"/>
    <p:sldId id="422" r:id="rId12"/>
    <p:sldId id="407" r:id="rId13"/>
    <p:sldId id="428" r:id="rId14"/>
  </p:sldIdLst>
  <p:sldSz cx="9144000" cy="5143500" type="screen16x9"/>
  <p:notesSz cx="6858000" cy="9144000"/>
  <p:embeddedFontLst>
    <p:embeddedFont>
      <p:font typeface="High Tower Text" panose="02040502050506030303" pitchFamily="18" charset="0"/>
      <p:regular r:id="rId16"/>
      <p: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Raleway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33E957-9419-4A39-965F-3914DE13B97B}">
  <a:tblStyle styleId="{B033E957-9419-4A39-965F-3914DE13B9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102" d="100"/>
          <a:sy n="102" d="100"/>
        </p:scale>
        <p:origin x="8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sanah Filho" userId="586a9499ad38634f" providerId="LiveId" clId="{22CBBB52-E6D2-4354-AC49-D57BED9C4B9C}"/>
    <pc:docChg chg="undo custSel addSld delSld modSld sldOrd">
      <pc:chgData name="Hosanah Filho" userId="586a9499ad38634f" providerId="LiveId" clId="{22CBBB52-E6D2-4354-AC49-D57BED9C4B9C}" dt="2026-10-01T13:19:48.403" v="6219" actId="122"/>
      <pc:docMkLst>
        <pc:docMk/>
      </pc:docMkLst>
      <pc:sldChg chg="addSp delSp modSp mod">
        <pc:chgData name="Hosanah Filho" userId="586a9499ad38634f" providerId="LiveId" clId="{22CBBB52-E6D2-4354-AC49-D57BED9C4B9C}" dt="2026-09-30T23:18:44.182" v="4626" actId="14100"/>
        <pc:sldMkLst>
          <pc:docMk/>
          <pc:sldMk cId="4292415376" sldId="285"/>
        </pc:sldMkLst>
        <pc:spChg chg="mod">
          <ac:chgData name="Hosanah Filho" userId="586a9499ad38634f" providerId="LiveId" clId="{22CBBB52-E6D2-4354-AC49-D57BED9C4B9C}" dt="2026-09-30T22:25:45.304" v="4053" actId="404"/>
          <ac:spMkLst>
            <pc:docMk/>
            <pc:sldMk cId="4292415376" sldId="285"/>
            <ac:spMk id="2" creationId="{00000000-0000-0000-0000-000000000000}"/>
          </ac:spMkLst>
        </pc:spChg>
        <pc:spChg chg="mod">
          <ac:chgData name="Hosanah Filho" userId="586a9499ad38634f" providerId="LiveId" clId="{22CBBB52-E6D2-4354-AC49-D57BED9C4B9C}" dt="2026-09-30T22:25:24.927" v="4052" actId="20577"/>
          <ac:spMkLst>
            <pc:docMk/>
            <pc:sldMk cId="4292415376" sldId="285"/>
            <ac:spMk id="3" creationId="{00000000-0000-0000-0000-000000000000}"/>
          </ac:spMkLst>
        </pc:spChg>
        <pc:spChg chg="add mod">
          <ac:chgData name="Hosanah Filho" userId="586a9499ad38634f" providerId="LiveId" clId="{22CBBB52-E6D2-4354-AC49-D57BED9C4B9C}" dt="2026-09-30T23:18:44.182" v="4626" actId="14100"/>
          <ac:spMkLst>
            <pc:docMk/>
            <pc:sldMk cId="4292415376" sldId="285"/>
            <ac:spMk id="18" creationId="{2F567AF5-7952-DEBE-1427-ED75A146AB9F}"/>
          </ac:spMkLst>
        </pc:spChg>
        <pc:picChg chg="add mod modCrop">
          <ac:chgData name="Hosanah Filho" userId="586a9499ad38634f" providerId="LiveId" clId="{22CBBB52-E6D2-4354-AC49-D57BED9C4B9C}" dt="2026-09-28T13:52:07.352" v="18" actId="732"/>
          <ac:picMkLst>
            <pc:docMk/>
            <pc:sldMk cId="4292415376" sldId="285"/>
            <ac:picMk id="11" creationId="{0AE6B1C9-0152-DF95-7E45-1F484F24272B}"/>
          </ac:picMkLst>
        </pc:picChg>
        <pc:picChg chg="add mod">
          <ac:chgData name="Hosanah Filho" userId="586a9499ad38634f" providerId="LiveId" clId="{22CBBB52-E6D2-4354-AC49-D57BED9C4B9C}" dt="2026-09-30T20:32:30.336" v="2996" actId="14100"/>
          <ac:picMkLst>
            <pc:docMk/>
            <pc:sldMk cId="4292415376" sldId="285"/>
            <ac:picMk id="17" creationId="{A6434874-95D6-0E3C-EC14-0E7CF60FB9BD}"/>
          </ac:picMkLst>
        </pc:picChg>
      </pc:sldChg>
      <pc:sldChg chg="addSp delSp modSp mod ord">
        <pc:chgData name="Hosanah Filho" userId="586a9499ad38634f" providerId="LiveId" clId="{22CBBB52-E6D2-4354-AC49-D57BED9C4B9C}" dt="2026-10-01T12:55:27.918" v="5647" actId="790"/>
        <pc:sldMkLst>
          <pc:docMk/>
          <pc:sldMk cId="3964902878" sldId="307"/>
        </pc:sldMkLst>
        <pc:spChg chg="mod">
          <ac:chgData name="Hosanah Filho" userId="586a9499ad38634f" providerId="LiveId" clId="{22CBBB52-E6D2-4354-AC49-D57BED9C4B9C}" dt="2026-09-30T20:55:12.235" v="3732" actId="403"/>
          <ac:spMkLst>
            <pc:docMk/>
            <pc:sldMk cId="3964902878" sldId="307"/>
            <ac:spMk id="2" creationId="{00000000-0000-0000-0000-000000000000}"/>
          </ac:spMkLst>
        </pc:spChg>
        <pc:spChg chg="mod">
          <ac:chgData name="Hosanah Filho" userId="586a9499ad38634f" providerId="LiveId" clId="{22CBBB52-E6D2-4354-AC49-D57BED9C4B9C}" dt="2026-10-01T12:55:27.918" v="5647" actId="790"/>
          <ac:spMkLst>
            <pc:docMk/>
            <pc:sldMk cId="3964902878" sldId="307"/>
            <ac:spMk id="4" creationId="{BA598F56-8EEE-07B2-38ED-EAF783856C85}"/>
          </ac:spMkLst>
        </pc:spChg>
        <pc:spChg chg="add mod">
          <ac:chgData name="Hosanah Filho" userId="586a9499ad38634f" providerId="LiveId" clId="{22CBBB52-E6D2-4354-AC49-D57BED9C4B9C}" dt="2026-09-30T21:04:09.077" v="3822" actId="14100"/>
          <ac:spMkLst>
            <pc:docMk/>
            <pc:sldMk cId="3964902878" sldId="307"/>
            <ac:spMk id="7" creationId="{B85113B1-ACA1-E66F-BC88-65B2A967D013}"/>
          </ac:spMkLst>
        </pc:spChg>
        <pc:spChg chg="del mod">
          <ac:chgData name="Hosanah Filho" userId="586a9499ad38634f" providerId="LiveId" clId="{22CBBB52-E6D2-4354-AC49-D57BED9C4B9C}" dt="2026-09-30T20:55:20.485" v="3736"/>
          <ac:spMkLst>
            <pc:docMk/>
            <pc:sldMk cId="3964902878" sldId="307"/>
            <ac:spMk id="8" creationId="{71AD2099-7072-791F-79C6-3DE4C32B6020}"/>
          </ac:spMkLst>
        </pc:spChg>
        <pc:spChg chg="add mod">
          <ac:chgData name="Hosanah Filho" userId="586a9499ad38634f" providerId="LiveId" clId="{22CBBB52-E6D2-4354-AC49-D57BED9C4B9C}" dt="2026-09-30T21:03:43.730" v="3815"/>
          <ac:spMkLst>
            <pc:docMk/>
            <pc:sldMk cId="3964902878" sldId="307"/>
            <ac:spMk id="10" creationId="{F0424C29-8D8F-7036-93D4-D3E73CFCBD8D}"/>
          </ac:spMkLst>
        </pc:spChg>
        <pc:picChg chg="add mod">
          <ac:chgData name="Hosanah Filho" userId="586a9499ad38634f" providerId="LiveId" clId="{22CBBB52-E6D2-4354-AC49-D57BED9C4B9C}" dt="2026-09-30T23:34:04.235" v="4676" actId="1440"/>
          <ac:picMkLst>
            <pc:docMk/>
            <pc:sldMk cId="3964902878" sldId="307"/>
            <ac:picMk id="6" creationId="{F1053651-7788-006C-7250-E341D6D02FCC}"/>
          </ac:picMkLst>
        </pc:picChg>
        <pc:picChg chg="del">
          <ac:chgData name="Hosanah Filho" userId="586a9499ad38634f" providerId="LiveId" clId="{22CBBB52-E6D2-4354-AC49-D57BED9C4B9C}" dt="2026-09-30T20:55:20.485" v="3734" actId="478"/>
          <ac:picMkLst>
            <pc:docMk/>
            <pc:sldMk cId="3964902878" sldId="307"/>
            <ac:picMk id="9" creationId="{866E65F1-710D-32EA-CC7F-C7736FEBD77E}"/>
          </ac:picMkLst>
        </pc:picChg>
      </pc:sldChg>
      <pc:sldChg chg="addSp delSp modSp mod">
        <pc:chgData name="Hosanah Filho" userId="586a9499ad38634f" providerId="LiveId" clId="{22CBBB52-E6D2-4354-AC49-D57BED9C4B9C}" dt="2026-09-30T23:34:20.227" v="4678" actId="1076"/>
        <pc:sldMkLst>
          <pc:docMk/>
          <pc:sldMk cId="2783501396" sldId="308"/>
        </pc:sldMkLst>
        <pc:spChg chg="mod">
          <ac:chgData name="Hosanah Filho" userId="586a9499ad38634f" providerId="LiveId" clId="{22CBBB52-E6D2-4354-AC49-D57BED9C4B9C}" dt="2026-09-28T14:37:47.080" v="343" actId="790"/>
          <ac:spMkLst>
            <pc:docMk/>
            <pc:sldMk cId="2783501396" sldId="308"/>
            <ac:spMk id="2" creationId="{00000000-0000-0000-0000-000000000000}"/>
          </ac:spMkLst>
        </pc:spChg>
        <pc:spChg chg="mod">
          <ac:chgData name="Hosanah Filho" userId="586a9499ad38634f" providerId="LiveId" clId="{22CBBB52-E6D2-4354-AC49-D57BED9C4B9C}" dt="2026-09-30T22:26:14.517" v="4056" actId="20577"/>
          <ac:spMkLst>
            <pc:docMk/>
            <pc:sldMk cId="2783501396" sldId="308"/>
            <ac:spMk id="3" creationId="{00000000-0000-0000-0000-000000000000}"/>
          </ac:spMkLst>
        </pc:spChg>
        <pc:spChg chg="add mod">
          <ac:chgData name="Hosanah Filho" userId="586a9499ad38634f" providerId="LiveId" clId="{22CBBB52-E6D2-4354-AC49-D57BED9C4B9C}" dt="2026-09-30T23:34:20.227" v="4678" actId="1076"/>
          <ac:spMkLst>
            <pc:docMk/>
            <pc:sldMk cId="2783501396" sldId="308"/>
            <ac:spMk id="6" creationId="{9427D4AE-89FE-324D-6B61-631AFA972E6E}"/>
          </ac:spMkLst>
        </pc:spChg>
        <pc:picChg chg="add mod">
          <ac:chgData name="Hosanah Filho" userId="586a9499ad38634f" providerId="LiveId" clId="{22CBBB52-E6D2-4354-AC49-D57BED9C4B9C}" dt="2026-09-30T23:34:17.603" v="4677" actId="1440"/>
          <ac:picMkLst>
            <pc:docMk/>
            <pc:sldMk cId="2783501396" sldId="308"/>
            <ac:picMk id="4" creationId="{174F2580-A2E6-547A-E33A-F8372A053E72}"/>
          </ac:picMkLst>
        </pc:picChg>
      </pc:sldChg>
      <pc:sldChg chg="del">
        <pc:chgData name="Hosanah Filho" userId="586a9499ad38634f" providerId="LiveId" clId="{22CBBB52-E6D2-4354-AC49-D57BED9C4B9C}" dt="2026-09-30T23:10:33.491" v="4574" actId="47"/>
        <pc:sldMkLst>
          <pc:docMk/>
          <pc:sldMk cId="2535344026" sldId="313"/>
        </pc:sldMkLst>
      </pc:sldChg>
      <pc:sldChg chg="add del ord">
        <pc:chgData name="Hosanah Filho" userId="586a9499ad38634f" providerId="LiveId" clId="{22CBBB52-E6D2-4354-AC49-D57BED9C4B9C}" dt="2026-09-30T23:10:25.264" v="4570" actId="47"/>
        <pc:sldMkLst>
          <pc:docMk/>
          <pc:sldMk cId="2194606396" sldId="314"/>
        </pc:sldMkLst>
      </pc:sldChg>
      <pc:sldChg chg="add del">
        <pc:chgData name="Hosanah Filho" userId="586a9499ad38634f" providerId="LiveId" clId="{22CBBB52-E6D2-4354-AC49-D57BED9C4B9C}" dt="2026-09-30T14:58:24.307" v="1502" actId="47"/>
        <pc:sldMkLst>
          <pc:docMk/>
          <pc:sldMk cId="1919961605" sldId="403"/>
        </pc:sldMkLst>
      </pc:sldChg>
      <pc:sldChg chg="del">
        <pc:chgData name="Hosanah Filho" userId="586a9499ad38634f" providerId="LiveId" clId="{22CBBB52-E6D2-4354-AC49-D57BED9C4B9C}" dt="2026-09-30T23:10:30.203" v="4573" actId="47"/>
        <pc:sldMkLst>
          <pc:docMk/>
          <pc:sldMk cId="1804068826" sldId="404"/>
        </pc:sldMkLst>
      </pc:sldChg>
      <pc:sldChg chg="addSp delSp modSp add mod delAnim">
        <pc:chgData name="Hosanah Filho" userId="586a9499ad38634f" providerId="LiveId" clId="{22CBBB52-E6D2-4354-AC49-D57BED9C4B9C}" dt="2026-10-01T12:30:00.615" v="5197" actId="207"/>
        <pc:sldMkLst>
          <pc:docMk/>
          <pc:sldMk cId="1795403321" sldId="407"/>
        </pc:sldMkLst>
        <pc:spChg chg="del">
          <ac:chgData name="Hosanah Filho" userId="586a9499ad38634f" providerId="LiveId" clId="{22CBBB52-E6D2-4354-AC49-D57BED9C4B9C}" dt="2026-09-30T22:59:08.846" v="4363" actId="478"/>
          <ac:spMkLst>
            <pc:docMk/>
            <pc:sldMk cId="1795403321" sldId="407"/>
            <ac:spMk id="2" creationId="{00000000-0000-0000-0000-000000000000}"/>
          </ac:spMkLst>
        </pc:spChg>
        <pc:spChg chg="add del mod">
          <ac:chgData name="Hosanah Filho" userId="586a9499ad38634f" providerId="LiveId" clId="{22CBBB52-E6D2-4354-AC49-D57BED9C4B9C}" dt="2026-09-30T22:59:11.929" v="4364" actId="478"/>
          <ac:spMkLst>
            <pc:docMk/>
            <pc:sldMk cId="1795403321" sldId="407"/>
            <ac:spMk id="6" creationId="{37FD9308-67BB-1715-FADD-A0393E44749E}"/>
          </ac:spMkLst>
        </pc:spChg>
        <pc:spChg chg="add del">
          <ac:chgData name="Hosanah Filho" userId="586a9499ad38634f" providerId="LiveId" clId="{22CBBB52-E6D2-4354-AC49-D57BED9C4B9C}" dt="2026-09-30T23:26:46.448" v="4647" actId="11529"/>
          <ac:spMkLst>
            <pc:docMk/>
            <pc:sldMk cId="1795403321" sldId="407"/>
            <ac:spMk id="10" creationId="{8402E267-56EA-8F46-1F04-C99F681B51D2}"/>
          </ac:spMkLst>
        </pc:spChg>
        <pc:graphicFrameChg chg="del mod">
          <ac:chgData name="Hosanah Filho" userId="586a9499ad38634f" providerId="LiveId" clId="{22CBBB52-E6D2-4354-AC49-D57BED9C4B9C}" dt="2026-09-30T22:59:32.436" v="4368" actId="478"/>
          <ac:graphicFrameMkLst>
            <pc:docMk/>
            <pc:sldMk cId="1795403321" sldId="407"/>
            <ac:graphicFrameMk id="3" creationId="{00000000-0000-0000-0000-000000000000}"/>
          </ac:graphicFrameMkLst>
        </pc:graphicFrameChg>
        <pc:graphicFrameChg chg="add mod modGraphic">
          <ac:chgData name="Hosanah Filho" userId="586a9499ad38634f" providerId="LiveId" clId="{22CBBB52-E6D2-4354-AC49-D57BED9C4B9C}" dt="2026-10-01T12:30:00.615" v="5197" actId="207"/>
          <ac:graphicFrameMkLst>
            <pc:docMk/>
            <pc:sldMk cId="1795403321" sldId="407"/>
            <ac:graphicFrameMk id="7" creationId="{47C20070-0B8F-FB89-8706-D0835286307A}"/>
          </ac:graphicFrameMkLst>
        </pc:graphicFrameChg>
        <pc:cxnChg chg="add del">
          <ac:chgData name="Hosanah Filho" userId="586a9499ad38634f" providerId="LiveId" clId="{22CBBB52-E6D2-4354-AC49-D57BED9C4B9C}" dt="2026-09-30T23:26:33.072" v="4645" actId="11529"/>
          <ac:cxnSpMkLst>
            <pc:docMk/>
            <pc:sldMk cId="1795403321" sldId="407"/>
            <ac:cxnSpMk id="9" creationId="{57448A16-975E-CD7B-9850-922C6B8EE022}"/>
          </ac:cxnSpMkLst>
        </pc:cxnChg>
        <pc:cxnChg chg="add del mod">
          <ac:chgData name="Hosanah Filho" userId="586a9499ad38634f" providerId="LiveId" clId="{22CBBB52-E6D2-4354-AC49-D57BED9C4B9C}" dt="2026-09-30T23:28:11.730" v="4671" actId="478"/>
          <ac:cxnSpMkLst>
            <pc:docMk/>
            <pc:sldMk cId="1795403321" sldId="407"/>
            <ac:cxnSpMk id="12" creationId="{CFF42582-EC07-FB5F-865E-2FCE523609AB}"/>
          </ac:cxnSpMkLst>
        </pc:cxnChg>
        <pc:cxnChg chg="add mod">
          <ac:chgData name="Hosanah Filho" userId="586a9499ad38634f" providerId="LiveId" clId="{22CBBB52-E6D2-4354-AC49-D57BED9C4B9C}" dt="2026-09-30T23:27:33.081" v="4658" actId="1076"/>
          <ac:cxnSpMkLst>
            <pc:docMk/>
            <pc:sldMk cId="1795403321" sldId="407"/>
            <ac:cxnSpMk id="14" creationId="{98E7C75A-4C18-AED3-84DC-072E57F2CD45}"/>
          </ac:cxnSpMkLst>
        </pc:cxnChg>
        <pc:cxnChg chg="add mod">
          <ac:chgData name="Hosanah Filho" userId="586a9499ad38634f" providerId="LiveId" clId="{22CBBB52-E6D2-4354-AC49-D57BED9C4B9C}" dt="2026-09-30T23:27:43.985" v="4664" actId="14100"/>
          <ac:cxnSpMkLst>
            <pc:docMk/>
            <pc:sldMk cId="1795403321" sldId="407"/>
            <ac:cxnSpMk id="17" creationId="{8AD22AE9-DB56-34DA-737B-05D853D0EEBF}"/>
          </ac:cxnSpMkLst>
        </pc:cxnChg>
        <pc:cxnChg chg="add mod">
          <ac:chgData name="Hosanah Filho" userId="586a9499ad38634f" providerId="LiveId" clId="{22CBBB52-E6D2-4354-AC49-D57BED9C4B9C}" dt="2026-09-30T23:28:00.394" v="4670" actId="14100"/>
          <ac:cxnSpMkLst>
            <pc:docMk/>
            <pc:sldMk cId="1795403321" sldId="407"/>
            <ac:cxnSpMk id="21" creationId="{2CD18F64-8E46-E60A-6928-6E5F5132D8F5}"/>
          </ac:cxnSpMkLst>
        </pc:cxnChg>
      </pc:sldChg>
      <pc:sldChg chg="addSp delSp modSp del mod ord">
        <pc:chgData name="Hosanah Filho" userId="586a9499ad38634f" providerId="LiveId" clId="{22CBBB52-E6D2-4354-AC49-D57BED9C4B9C}" dt="2026-10-01T12:27:48.498" v="5196" actId="47"/>
        <pc:sldMkLst>
          <pc:docMk/>
          <pc:sldMk cId="184403865" sldId="410"/>
        </pc:sldMkLst>
        <pc:spChg chg="add del mod">
          <ac:chgData name="Hosanah Filho" userId="586a9499ad38634f" providerId="LiveId" clId="{22CBBB52-E6D2-4354-AC49-D57BED9C4B9C}" dt="2026-09-30T22:17:35.310" v="4016" actId="20577"/>
          <ac:spMkLst>
            <pc:docMk/>
            <pc:sldMk cId="184403865" sldId="410"/>
            <ac:spMk id="2" creationId="{00000000-0000-0000-0000-000000000000}"/>
          </ac:spMkLst>
        </pc:spChg>
        <pc:spChg chg="add del mod">
          <ac:chgData name="Hosanah Filho" userId="586a9499ad38634f" providerId="LiveId" clId="{22CBBB52-E6D2-4354-AC49-D57BED9C4B9C}" dt="2026-09-30T22:17:25.571" v="3994" actId="478"/>
          <ac:spMkLst>
            <pc:docMk/>
            <pc:sldMk cId="184403865" sldId="410"/>
            <ac:spMk id="7" creationId="{9BC33606-D87C-930E-15DD-8E3DC22D7BEB}"/>
          </ac:spMkLst>
        </pc:spChg>
        <pc:graphicFrameChg chg="add del">
          <ac:chgData name="Hosanah Filho" userId="586a9499ad38634f" providerId="LiveId" clId="{22CBBB52-E6D2-4354-AC49-D57BED9C4B9C}" dt="2026-09-30T22:17:40.589" v="4017" actId="478"/>
          <ac:graphicFrameMkLst>
            <pc:docMk/>
            <pc:sldMk cId="184403865" sldId="410"/>
            <ac:graphicFrameMk id="6" creationId="{7B1360B9-9574-277A-5C68-94AA5FEFEBBC}"/>
          </ac:graphicFrameMkLst>
        </pc:graphicFrameChg>
      </pc:sldChg>
      <pc:sldChg chg="addSp delSp modSp mod ord">
        <pc:chgData name="Hosanah Filho" userId="586a9499ad38634f" providerId="LiveId" clId="{22CBBB52-E6D2-4354-AC49-D57BED9C4B9C}" dt="2026-09-30T20:46:20.608" v="3546" actId="403"/>
        <pc:sldMkLst>
          <pc:docMk/>
          <pc:sldMk cId="2215631632" sldId="411"/>
        </pc:sldMkLst>
        <pc:spChg chg="mod">
          <ac:chgData name="Hosanah Filho" userId="586a9499ad38634f" providerId="LiveId" clId="{22CBBB52-E6D2-4354-AC49-D57BED9C4B9C}" dt="2026-09-30T17:38:57.792" v="2478" actId="20577"/>
          <ac:spMkLst>
            <pc:docMk/>
            <pc:sldMk cId="2215631632" sldId="411"/>
            <ac:spMk id="2" creationId="{00000000-0000-0000-0000-000000000000}"/>
          </ac:spMkLst>
        </pc:spChg>
        <pc:spChg chg="mod">
          <ac:chgData name="Hosanah Filho" userId="586a9499ad38634f" providerId="LiveId" clId="{22CBBB52-E6D2-4354-AC49-D57BED9C4B9C}" dt="2026-09-30T20:46:20.608" v="3546" actId="403"/>
          <ac:spMkLst>
            <pc:docMk/>
            <pc:sldMk cId="2215631632" sldId="411"/>
            <ac:spMk id="3" creationId="{00000000-0000-0000-0000-000000000000}"/>
          </ac:spMkLst>
        </pc:spChg>
        <pc:spChg chg="del mod">
          <ac:chgData name="Hosanah Filho" userId="586a9499ad38634f" providerId="LiveId" clId="{22CBBB52-E6D2-4354-AC49-D57BED9C4B9C}" dt="2026-09-30T17:43:48.126" v="2567" actId="478"/>
          <ac:spMkLst>
            <pc:docMk/>
            <pc:sldMk cId="2215631632" sldId="411"/>
            <ac:spMk id="4" creationId="{DF7B8942-0525-2E7D-9FD5-3DD97BAFA772}"/>
          </ac:spMkLst>
        </pc:spChg>
        <pc:spChg chg="add mod">
          <ac:chgData name="Hosanah Filho" userId="586a9499ad38634f" providerId="LiveId" clId="{22CBBB52-E6D2-4354-AC49-D57BED9C4B9C}" dt="2026-09-30T17:52:07.424" v="2740" actId="1076"/>
          <ac:spMkLst>
            <pc:docMk/>
            <pc:sldMk cId="2215631632" sldId="411"/>
            <ac:spMk id="7" creationId="{649E6B7C-9B4C-BEBD-55D5-55AA4E92AE48}"/>
          </ac:spMkLst>
        </pc:spChg>
        <pc:picChg chg="add mod modCrop">
          <ac:chgData name="Hosanah Filho" userId="586a9499ad38634f" providerId="LiveId" clId="{22CBBB52-E6D2-4354-AC49-D57BED9C4B9C}" dt="2026-09-30T17:52:03.951" v="2739" actId="1076"/>
          <ac:picMkLst>
            <pc:docMk/>
            <pc:sldMk cId="2215631632" sldId="411"/>
            <ac:picMk id="6" creationId="{D36D6B45-7C54-8123-4F61-9D97A097CD58}"/>
          </ac:picMkLst>
        </pc:picChg>
      </pc:sldChg>
      <pc:sldChg chg="addSp delSp modSp mod ord">
        <pc:chgData name="Hosanah Filho" userId="586a9499ad38634f" providerId="LiveId" clId="{22CBBB52-E6D2-4354-AC49-D57BED9C4B9C}" dt="2026-09-30T17:24:15.475" v="2410" actId="113"/>
        <pc:sldMkLst>
          <pc:docMk/>
          <pc:sldMk cId="807160479" sldId="419"/>
        </pc:sldMkLst>
        <pc:spChg chg="mod">
          <ac:chgData name="Hosanah Filho" userId="586a9499ad38634f" providerId="LiveId" clId="{22CBBB52-E6D2-4354-AC49-D57BED9C4B9C}" dt="2026-09-30T16:59:21.713" v="1937" actId="20577"/>
          <ac:spMkLst>
            <pc:docMk/>
            <pc:sldMk cId="807160479" sldId="419"/>
            <ac:spMk id="2" creationId="{00000000-0000-0000-0000-000000000000}"/>
          </ac:spMkLst>
        </pc:spChg>
        <pc:spChg chg="mod">
          <ac:chgData name="Hosanah Filho" userId="586a9499ad38634f" providerId="LiveId" clId="{22CBBB52-E6D2-4354-AC49-D57BED9C4B9C}" dt="2026-09-30T17:24:15.475" v="2410" actId="113"/>
          <ac:spMkLst>
            <pc:docMk/>
            <pc:sldMk cId="807160479" sldId="419"/>
            <ac:spMk id="3" creationId="{00000000-0000-0000-0000-000000000000}"/>
          </ac:spMkLst>
        </pc:spChg>
        <pc:spChg chg="mod">
          <ac:chgData name="Hosanah Filho" userId="586a9499ad38634f" providerId="LiveId" clId="{22CBBB52-E6D2-4354-AC49-D57BED9C4B9C}" dt="2026-09-30T17:23:33.493" v="2408" actId="1076"/>
          <ac:spMkLst>
            <pc:docMk/>
            <pc:sldMk cId="807160479" sldId="419"/>
            <ac:spMk id="6" creationId="{14D5E376-8680-C3B6-C80C-C485AB120163}"/>
          </ac:spMkLst>
        </pc:spChg>
        <pc:spChg chg="del">
          <ac:chgData name="Hosanah Filho" userId="586a9499ad38634f" providerId="LiveId" clId="{22CBBB52-E6D2-4354-AC49-D57BED9C4B9C}" dt="2026-09-30T17:00:10.269" v="1949" actId="478"/>
          <ac:spMkLst>
            <pc:docMk/>
            <pc:sldMk cId="807160479" sldId="419"/>
            <ac:spMk id="7" creationId="{72A8841A-E4D4-397C-0163-0DB7C7A07643}"/>
          </ac:spMkLst>
        </pc:spChg>
        <pc:spChg chg="add mod">
          <ac:chgData name="Hosanah Filho" userId="586a9499ad38634f" providerId="LiveId" clId="{22CBBB52-E6D2-4354-AC49-D57BED9C4B9C}" dt="2026-09-30T17:00:16.257" v="1952" actId="1076"/>
          <ac:spMkLst>
            <pc:docMk/>
            <pc:sldMk cId="807160479" sldId="419"/>
            <ac:spMk id="9" creationId="{9B8AA362-757D-3706-0060-F2AFF798B818}"/>
          </ac:spMkLst>
        </pc:spChg>
        <pc:picChg chg="del">
          <ac:chgData name="Hosanah Filho" userId="586a9499ad38634f" providerId="LiveId" clId="{22CBBB52-E6D2-4354-AC49-D57BED9C4B9C}" dt="2026-09-30T16:59:35.912" v="1939" actId="478"/>
          <ac:picMkLst>
            <pc:docMk/>
            <pc:sldMk cId="807160479" sldId="419"/>
            <ac:picMk id="4" creationId="{00000000-0000-0000-0000-000000000000}"/>
          </ac:picMkLst>
        </pc:picChg>
        <pc:picChg chg="add mod">
          <ac:chgData name="Hosanah Filho" userId="586a9499ad38634f" providerId="LiveId" clId="{22CBBB52-E6D2-4354-AC49-D57BED9C4B9C}" dt="2026-09-30T16:59:42.484" v="1942" actId="1076"/>
          <ac:picMkLst>
            <pc:docMk/>
            <pc:sldMk cId="807160479" sldId="419"/>
            <ac:picMk id="8" creationId="{2B3DD271-08BA-AF67-D075-F427F6EC4B31}"/>
          </ac:picMkLst>
        </pc:picChg>
      </pc:sldChg>
      <pc:sldChg chg="addSp delSp modSp mod ord">
        <pc:chgData name="Hosanah Filho" userId="586a9499ad38634f" providerId="LiveId" clId="{22CBBB52-E6D2-4354-AC49-D57BED9C4B9C}" dt="2026-09-30T23:34:40.594" v="4681" actId="732"/>
        <pc:sldMkLst>
          <pc:docMk/>
          <pc:sldMk cId="2287179911" sldId="420"/>
        </pc:sldMkLst>
        <pc:spChg chg="mod">
          <ac:chgData name="Hosanah Filho" userId="586a9499ad38634f" providerId="LiveId" clId="{22CBBB52-E6D2-4354-AC49-D57BED9C4B9C}" dt="2026-09-30T22:15:52.255" v="3905" actId="14100"/>
          <ac:spMkLst>
            <pc:docMk/>
            <pc:sldMk cId="2287179911" sldId="420"/>
            <ac:spMk id="2" creationId="{6B848914-E043-D9DE-5C19-9DF5EEB58175}"/>
          </ac:spMkLst>
        </pc:spChg>
        <pc:spChg chg="del mod">
          <ac:chgData name="Hosanah Filho" userId="586a9499ad38634f" providerId="LiveId" clId="{22CBBB52-E6D2-4354-AC49-D57BED9C4B9C}" dt="2026-09-30T22:46:53.430" v="4197" actId="478"/>
          <ac:spMkLst>
            <pc:docMk/>
            <pc:sldMk cId="2287179911" sldId="420"/>
            <ac:spMk id="4" creationId="{2E4B03C2-694A-F961-37A4-8E5C1152FD9A}"/>
          </ac:spMkLst>
        </pc:spChg>
        <pc:spChg chg="del">
          <ac:chgData name="Hosanah Filho" userId="586a9499ad38634f" providerId="LiveId" clId="{22CBBB52-E6D2-4354-AC49-D57BED9C4B9C}" dt="2026-09-30T22:08:39.929" v="3868" actId="478"/>
          <ac:spMkLst>
            <pc:docMk/>
            <pc:sldMk cId="2287179911" sldId="420"/>
            <ac:spMk id="8" creationId="{635FC330-725E-6E45-B3FA-96A9FCD8D2A5}"/>
          </ac:spMkLst>
        </pc:spChg>
        <pc:spChg chg="del">
          <ac:chgData name="Hosanah Filho" userId="586a9499ad38634f" providerId="LiveId" clId="{22CBBB52-E6D2-4354-AC49-D57BED9C4B9C}" dt="2026-09-30T22:10:15.629" v="3870" actId="478"/>
          <ac:spMkLst>
            <pc:docMk/>
            <pc:sldMk cId="2287179911" sldId="420"/>
            <ac:spMk id="10" creationId="{989C51E6-79CC-8EB4-570C-34E52492E279}"/>
          </ac:spMkLst>
        </pc:spChg>
        <pc:spChg chg="add mod">
          <ac:chgData name="Hosanah Filho" userId="586a9499ad38634f" providerId="LiveId" clId="{22CBBB52-E6D2-4354-AC49-D57BED9C4B9C}" dt="2026-09-30T22:55:40.071" v="4361" actId="14100"/>
          <ac:spMkLst>
            <pc:docMk/>
            <pc:sldMk cId="2287179911" sldId="420"/>
            <ac:spMk id="20" creationId="{B8EA12A4-4EB0-10BB-D2A5-E180CAF6B447}"/>
          </ac:spMkLst>
        </pc:spChg>
        <pc:picChg chg="add del mod">
          <ac:chgData name="Hosanah Filho" userId="586a9499ad38634f" providerId="LiveId" clId="{22CBBB52-E6D2-4354-AC49-D57BED9C4B9C}" dt="2026-09-30T22:16:24.485" v="3910" actId="478"/>
          <ac:picMkLst>
            <pc:docMk/>
            <pc:sldMk cId="2287179911" sldId="420"/>
            <ac:picMk id="6" creationId="{78D14B03-EB46-1C16-6DB0-EB472EFB9CD3}"/>
          </ac:picMkLst>
        </pc:picChg>
        <pc:picChg chg="del">
          <ac:chgData name="Hosanah Filho" userId="586a9499ad38634f" providerId="LiveId" clId="{22CBBB52-E6D2-4354-AC49-D57BED9C4B9C}" dt="2026-09-30T22:08:41.795" v="3869" actId="478"/>
          <ac:picMkLst>
            <pc:docMk/>
            <pc:sldMk cId="2287179911" sldId="420"/>
            <ac:picMk id="7" creationId="{F621B560-33B2-0F39-C9F4-B407F68C0886}"/>
          </ac:picMkLst>
        </pc:picChg>
        <pc:picChg chg="add del mod">
          <ac:chgData name="Hosanah Filho" userId="586a9499ad38634f" providerId="LiveId" clId="{22CBBB52-E6D2-4354-AC49-D57BED9C4B9C}" dt="2026-09-30T22:16:26.387" v="3911" actId="478"/>
          <ac:picMkLst>
            <pc:docMk/>
            <pc:sldMk cId="2287179911" sldId="420"/>
            <ac:picMk id="11" creationId="{4784FA30-0C2A-A997-05B5-9855215269F2}"/>
          </ac:picMkLst>
        </pc:picChg>
        <pc:picChg chg="add del mod">
          <ac:chgData name="Hosanah Filho" userId="586a9499ad38634f" providerId="LiveId" clId="{22CBBB52-E6D2-4354-AC49-D57BED9C4B9C}" dt="2026-09-30T22:16:20.770" v="3908" actId="478"/>
          <ac:picMkLst>
            <pc:docMk/>
            <pc:sldMk cId="2287179911" sldId="420"/>
            <ac:picMk id="13" creationId="{49F3D56E-9ECA-0370-DB10-3F333D28FE0A}"/>
          </ac:picMkLst>
        </pc:picChg>
        <pc:picChg chg="add del mod">
          <ac:chgData name="Hosanah Filho" userId="586a9499ad38634f" providerId="LiveId" clId="{22CBBB52-E6D2-4354-AC49-D57BED9C4B9C}" dt="2026-09-30T22:15:33.213" v="3898" actId="21"/>
          <ac:picMkLst>
            <pc:docMk/>
            <pc:sldMk cId="2287179911" sldId="420"/>
            <ac:picMk id="15" creationId="{E286EF72-C0E9-8377-281E-580CBCA6F906}"/>
          </ac:picMkLst>
        </pc:picChg>
        <pc:picChg chg="add del mod">
          <ac:chgData name="Hosanah Filho" userId="586a9499ad38634f" providerId="LiveId" clId="{22CBBB52-E6D2-4354-AC49-D57BED9C4B9C}" dt="2026-09-30T22:16:18.881" v="3907" actId="478"/>
          <ac:picMkLst>
            <pc:docMk/>
            <pc:sldMk cId="2287179911" sldId="420"/>
            <ac:picMk id="17" creationId="{D893B197-2957-BFDD-1843-8EFBFBB27654}"/>
          </ac:picMkLst>
        </pc:picChg>
        <pc:picChg chg="add del mod">
          <ac:chgData name="Hosanah Filho" userId="586a9499ad38634f" providerId="LiveId" clId="{22CBBB52-E6D2-4354-AC49-D57BED9C4B9C}" dt="2026-09-30T22:16:22.768" v="3909" actId="478"/>
          <ac:picMkLst>
            <pc:docMk/>
            <pc:sldMk cId="2287179911" sldId="420"/>
            <ac:picMk id="18" creationId="{E286EF72-C0E9-8377-281E-580CBCA6F906}"/>
          </ac:picMkLst>
        </pc:picChg>
        <pc:picChg chg="add del mod">
          <ac:chgData name="Hosanah Filho" userId="586a9499ad38634f" providerId="LiveId" clId="{22CBBB52-E6D2-4354-AC49-D57BED9C4B9C}" dt="2026-09-30T22:16:16.337" v="3906" actId="478"/>
          <ac:picMkLst>
            <pc:docMk/>
            <pc:sldMk cId="2287179911" sldId="420"/>
            <ac:picMk id="19" creationId="{85E3CB63-C33A-16F7-D1F0-D4538448EE11}"/>
          </ac:picMkLst>
        </pc:picChg>
        <pc:picChg chg="add mod modCrop">
          <ac:chgData name="Hosanah Filho" userId="586a9499ad38634f" providerId="LiveId" clId="{22CBBB52-E6D2-4354-AC49-D57BED9C4B9C}" dt="2026-09-30T23:34:40.594" v="4681" actId="732"/>
          <ac:picMkLst>
            <pc:docMk/>
            <pc:sldMk cId="2287179911" sldId="420"/>
            <ac:picMk id="22" creationId="{29585B59-6B97-DFDE-13A3-D1529CE856E6}"/>
          </ac:picMkLst>
        </pc:picChg>
      </pc:sldChg>
      <pc:sldChg chg="addSp delSp modSp mod ord">
        <pc:chgData name="Hosanah Filho" userId="586a9499ad38634f" providerId="LiveId" clId="{22CBBB52-E6D2-4354-AC49-D57BED9C4B9C}" dt="2026-10-01T13:06:38.961" v="5902" actId="20577"/>
        <pc:sldMkLst>
          <pc:docMk/>
          <pc:sldMk cId="2610711086" sldId="421"/>
        </pc:sldMkLst>
        <pc:spChg chg="mod">
          <ac:chgData name="Hosanah Filho" userId="586a9499ad38634f" providerId="LiveId" clId="{22CBBB52-E6D2-4354-AC49-D57BED9C4B9C}" dt="2026-09-30T22:16:57.923" v="3943" actId="20577"/>
          <ac:spMkLst>
            <pc:docMk/>
            <pc:sldMk cId="2610711086" sldId="421"/>
            <ac:spMk id="2" creationId="{5702312D-7C63-0CD8-DF90-EC285E042849}"/>
          </ac:spMkLst>
        </pc:spChg>
        <pc:spChg chg="mod">
          <ac:chgData name="Hosanah Filho" userId="586a9499ad38634f" providerId="LiveId" clId="{22CBBB52-E6D2-4354-AC49-D57BED9C4B9C}" dt="2026-10-01T13:06:38.961" v="5902" actId="20577"/>
          <ac:spMkLst>
            <pc:docMk/>
            <pc:sldMk cId="2610711086" sldId="421"/>
            <ac:spMk id="3" creationId="{4AD78152-E657-ACFE-7098-FA1D3C2A7EBA}"/>
          </ac:spMkLst>
        </pc:spChg>
        <pc:graphicFrameChg chg="del">
          <ac:chgData name="Hosanah Filho" userId="586a9499ad38634f" providerId="LiveId" clId="{22CBBB52-E6D2-4354-AC49-D57BED9C4B9C}" dt="2026-09-30T22:18:40.334" v="4019" actId="478"/>
          <ac:graphicFrameMkLst>
            <pc:docMk/>
            <pc:sldMk cId="2610711086" sldId="421"/>
            <ac:graphicFrameMk id="6" creationId="{200F14F6-432B-6918-A61A-6E6A3153ABF1}"/>
          </ac:graphicFrameMkLst>
        </pc:graphicFrameChg>
        <pc:picChg chg="add mod">
          <ac:chgData name="Hosanah Filho" userId="586a9499ad38634f" providerId="LiveId" clId="{22CBBB52-E6D2-4354-AC49-D57BED9C4B9C}" dt="2026-09-30T23:33:50.750" v="4675" actId="1440"/>
          <ac:picMkLst>
            <pc:docMk/>
            <pc:sldMk cId="2610711086" sldId="421"/>
            <ac:picMk id="7" creationId="{1A10CC63-3D94-9973-1208-52BE1D5EB00C}"/>
          </ac:picMkLst>
        </pc:picChg>
      </pc:sldChg>
      <pc:sldChg chg="addSp delSp modSp mod ord">
        <pc:chgData name="Hosanah Filho" userId="586a9499ad38634f" providerId="LiveId" clId="{22CBBB52-E6D2-4354-AC49-D57BED9C4B9C}" dt="2026-10-01T12:47:00.490" v="5378" actId="1076"/>
        <pc:sldMkLst>
          <pc:docMk/>
          <pc:sldMk cId="3058088036" sldId="422"/>
        </pc:sldMkLst>
        <pc:spChg chg="mod">
          <ac:chgData name="Hosanah Filho" userId="586a9499ad38634f" providerId="LiveId" clId="{22CBBB52-E6D2-4354-AC49-D57BED9C4B9C}" dt="2026-09-30T23:22:56.526" v="4639" actId="114"/>
          <ac:spMkLst>
            <pc:docMk/>
            <pc:sldMk cId="3058088036" sldId="422"/>
            <ac:spMk id="2" creationId="{7668AAF3-5015-0514-FEF2-B94A9A0B9F78}"/>
          </ac:spMkLst>
        </pc:spChg>
        <pc:spChg chg="mod">
          <ac:chgData name="Hosanah Filho" userId="586a9499ad38634f" providerId="LiveId" clId="{22CBBB52-E6D2-4354-AC49-D57BED9C4B9C}" dt="2026-10-01T12:37:54.687" v="5228" actId="114"/>
          <ac:spMkLst>
            <pc:docMk/>
            <pc:sldMk cId="3058088036" sldId="422"/>
            <ac:spMk id="3" creationId="{F9FF9100-6045-82A9-2BC1-A03E968BA63E}"/>
          </ac:spMkLst>
        </pc:spChg>
        <pc:spChg chg="add mod">
          <ac:chgData name="Hosanah Filho" userId="586a9499ad38634f" providerId="LiveId" clId="{22CBBB52-E6D2-4354-AC49-D57BED9C4B9C}" dt="2026-10-01T12:46:38.758" v="5375" actId="1076"/>
          <ac:spMkLst>
            <pc:docMk/>
            <pc:sldMk cId="3058088036" sldId="422"/>
            <ac:spMk id="7" creationId="{D9A3B493-A7CE-D57B-B362-1114C1D39F18}"/>
          </ac:spMkLst>
        </pc:spChg>
        <pc:spChg chg="add mod">
          <ac:chgData name="Hosanah Filho" userId="586a9499ad38634f" providerId="LiveId" clId="{22CBBB52-E6D2-4354-AC49-D57BED9C4B9C}" dt="2026-10-01T12:47:00.490" v="5378" actId="1076"/>
          <ac:spMkLst>
            <pc:docMk/>
            <pc:sldMk cId="3058088036" sldId="422"/>
            <ac:spMk id="8" creationId="{FD7E1AB7-CDEF-D364-17E0-C9824C0F5EF0}"/>
          </ac:spMkLst>
        </pc:spChg>
        <pc:graphicFrameChg chg="add mod modGraphic">
          <ac:chgData name="Hosanah Filho" userId="586a9499ad38634f" providerId="LiveId" clId="{22CBBB52-E6D2-4354-AC49-D57BED9C4B9C}" dt="2026-10-01T12:46:35.491" v="5374" actId="1076"/>
          <ac:graphicFrameMkLst>
            <pc:docMk/>
            <pc:sldMk cId="3058088036" sldId="422"/>
            <ac:graphicFrameMk id="4" creationId="{65757A88-A6D6-4E20-7795-9F8DF03EE6C7}"/>
          </ac:graphicFrameMkLst>
        </pc:graphicFrameChg>
        <pc:graphicFrameChg chg="del">
          <ac:chgData name="Hosanah Filho" userId="586a9499ad38634f" providerId="LiveId" clId="{22CBBB52-E6D2-4354-AC49-D57BED9C4B9C}" dt="2026-09-30T22:18:29.370" v="4018" actId="478"/>
          <ac:graphicFrameMkLst>
            <pc:docMk/>
            <pc:sldMk cId="3058088036" sldId="422"/>
            <ac:graphicFrameMk id="6" creationId="{C6AD1BB3-BE64-E287-BA1E-50BEB209E7D6}"/>
          </ac:graphicFrameMkLst>
        </pc:graphicFrameChg>
      </pc:sldChg>
      <pc:sldChg chg="modSp mod ord">
        <pc:chgData name="Hosanah Filho" userId="586a9499ad38634f" providerId="LiveId" clId="{22CBBB52-E6D2-4354-AC49-D57BED9C4B9C}" dt="2026-09-30T17:37:41.552" v="2413" actId="14100"/>
        <pc:sldMkLst>
          <pc:docMk/>
          <pc:sldMk cId="3002482618" sldId="423"/>
        </pc:sldMkLst>
        <pc:spChg chg="mod">
          <ac:chgData name="Hosanah Filho" userId="586a9499ad38634f" providerId="LiveId" clId="{22CBBB52-E6D2-4354-AC49-D57BED9C4B9C}" dt="2026-09-28T14:37:57.280" v="344" actId="790"/>
          <ac:spMkLst>
            <pc:docMk/>
            <pc:sldMk cId="3002482618" sldId="423"/>
            <ac:spMk id="2" creationId="{00000000-0000-0000-0000-000000000000}"/>
          </ac:spMkLst>
        </pc:spChg>
        <pc:spChg chg="mod">
          <ac:chgData name="Hosanah Filho" userId="586a9499ad38634f" providerId="LiveId" clId="{22CBBB52-E6D2-4354-AC49-D57BED9C4B9C}" dt="2026-09-30T17:37:41.552" v="2413" actId="14100"/>
          <ac:spMkLst>
            <pc:docMk/>
            <pc:sldMk cId="3002482618" sldId="423"/>
            <ac:spMk id="6" creationId="{00000000-0000-0000-0000-000000000000}"/>
          </ac:spMkLst>
        </pc:spChg>
        <pc:spChg chg="mod">
          <ac:chgData name="Hosanah Filho" userId="586a9499ad38634f" providerId="LiveId" clId="{22CBBB52-E6D2-4354-AC49-D57BED9C4B9C}" dt="2026-09-30T16:58:37.502" v="1909" actId="13822"/>
          <ac:spMkLst>
            <pc:docMk/>
            <pc:sldMk cId="3002482618" sldId="423"/>
            <ac:spMk id="8" creationId="{F0558772-E5D0-68CB-FD68-C556CD750CB3}"/>
          </ac:spMkLst>
        </pc:spChg>
      </pc:sldChg>
      <pc:sldChg chg="addSp delSp modSp mod ord">
        <pc:chgData name="Hosanah Filho" userId="586a9499ad38634f" providerId="LiveId" clId="{22CBBB52-E6D2-4354-AC49-D57BED9C4B9C}" dt="2026-09-30T21:02:30.680" v="3809" actId="20577"/>
        <pc:sldMkLst>
          <pc:docMk/>
          <pc:sldMk cId="1944476825" sldId="424"/>
        </pc:sldMkLst>
        <pc:spChg chg="mod">
          <ac:chgData name="Hosanah Filho" userId="586a9499ad38634f" providerId="LiveId" clId="{22CBBB52-E6D2-4354-AC49-D57BED9C4B9C}" dt="2026-09-30T18:11:52.076" v="2994" actId="313"/>
          <ac:spMkLst>
            <pc:docMk/>
            <pc:sldMk cId="1944476825" sldId="424"/>
            <ac:spMk id="2" creationId="{25A39650-EA1F-34BA-F862-268F103CFF02}"/>
          </ac:spMkLst>
        </pc:spChg>
        <pc:spChg chg="del mod">
          <ac:chgData name="Hosanah Filho" userId="586a9499ad38634f" providerId="LiveId" clId="{22CBBB52-E6D2-4354-AC49-D57BED9C4B9C}" dt="2026-09-30T20:35:48.765" v="3011" actId="478"/>
          <ac:spMkLst>
            <pc:docMk/>
            <pc:sldMk cId="1944476825" sldId="424"/>
            <ac:spMk id="3" creationId="{EF3F451A-1F71-1E1B-AE68-25677A892F4A}"/>
          </ac:spMkLst>
        </pc:spChg>
        <pc:spChg chg="add del mod">
          <ac:chgData name="Hosanah Filho" userId="586a9499ad38634f" providerId="LiveId" clId="{22CBBB52-E6D2-4354-AC49-D57BED9C4B9C}" dt="2026-09-30T20:35:50.797" v="3012" actId="478"/>
          <ac:spMkLst>
            <pc:docMk/>
            <pc:sldMk cId="1944476825" sldId="424"/>
            <ac:spMk id="9" creationId="{7F755387-CE71-81EE-F89A-95D1C51BDA20}"/>
          </ac:spMkLst>
        </pc:spChg>
        <pc:spChg chg="add mod">
          <ac:chgData name="Hosanah Filho" userId="586a9499ad38634f" providerId="LiveId" clId="{22CBBB52-E6D2-4354-AC49-D57BED9C4B9C}" dt="2026-09-30T20:51:29.975" v="3678" actId="113"/>
          <ac:spMkLst>
            <pc:docMk/>
            <pc:sldMk cId="1944476825" sldId="424"/>
            <ac:spMk id="10" creationId="{95883D47-6C0B-6D96-22B1-B2DFFE2D73AA}"/>
          </ac:spMkLst>
        </pc:spChg>
        <pc:spChg chg="add mod">
          <ac:chgData name="Hosanah Filho" userId="586a9499ad38634f" providerId="LiveId" clId="{22CBBB52-E6D2-4354-AC49-D57BED9C4B9C}" dt="2026-09-30T21:02:30.680" v="3809" actId="20577"/>
          <ac:spMkLst>
            <pc:docMk/>
            <pc:sldMk cId="1944476825" sldId="424"/>
            <ac:spMk id="11" creationId="{E68AE495-E772-A487-FFA2-D04D43197DA9}"/>
          </ac:spMkLst>
        </pc:spChg>
        <pc:picChg chg="add mod">
          <ac:chgData name="Hosanah Filho" userId="586a9499ad38634f" providerId="LiveId" clId="{22CBBB52-E6D2-4354-AC49-D57BED9C4B9C}" dt="2026-09-30T21:01:59.957" v="3806" actId="1076"/>
          <ac:picMkLst>
            <pc:docMk/>
            <pc:sldMk cId="1944476825" sldId="424"/>
            <ac:picMk id="6" creationId="{6F256DCE-7EC0-F30E-14D9-882EE4FFAA93}"/>
          </ac:picMkLst>
        </pc:picChg>
        <pc:picChg chg="del">
          <ac:chgData name="Hosanah Filho" userId="586a9499ad38634f" providerId="LiveId" clId="{22CBBB52-E6D2-4354-AC49-D57BED9C4B9C}" dt="2026-09-30T18:10:56.622" v="2955" actId="478"/>
          <ac:picMkLst>
            <pc:docMk/>
            <pc:sldMk cId="1944476825" sldId="424"/>
            <ac:picMk id="8" creationId="{561AA6FF-DC52-B8DA-4A9D-4281680A267E}"/>
          </ac:picMkLst>
        </pc:picChg>
      </pc:sldChg>
      <pc:sldChg chg="del">
        <pc:chgData name="Hosanah Filho" userId="586a9499ad38634f" providerId="LiveId" clId="{22CBBB52-E6D2-4354-AC49-D57BED9C4B9C}" dt="2026-09-30T23:10:28.853" v="4572" actId="47"/>
        <pc:sldMkLst>
          <pc:docMk/>
          <pc:sldMk cId="3980966868" sldId="425"/>
        </pc:sldMkLst>
      </pc:sldChg>
      <pc:sldChg chg="del">
        <pc:chgData name="Hosanah Filho" userId="586a9499ad38634f" providerId="LiveId" clId="{22CBBB52-E6D2-4354-AC49-D57BED9C4B9C}" dt="2026-09-30T23:10:27.367" v="4571" actId="47"/>
        <pc:sldMkLst>
          <pc:docMk/>
          <pc:sldMk cId="765519891" sldId="426"/>
        </pc:sldMkLst>
      </pc:sldChg>
      <pc:sldChg chg="addSp delSp modSp add del mod">
        <pc:chgData name="Hosanah Filho" userId="586a9499ad38634f" providerId="LiveId" clId="{22CBBB52-E6D2-4354-AC49-D57BED9C4B9C}" dt="2026-09-30T17:05:38.286" v="2219" actId="47"/>
        <pc:sldMkLst>
          <pc:docMk/>
          <pc:sldMk cId="2276642374" sldId="427"/>
        </pc:sldMkLst>
        <pc:spChg chg="del">
          <ac:chgData name="Hosanah Filho" userId="586a9499ad38634f" providerId="LiveId" clId="{22CBBB52-E6D2-4354-AC49-D57BED9C4B9C}" dt="2026-09-30T16:44:05.152" v="1684" actId="478"/>
          <ac:spMkLst>
            <pc:docMk/>
            <pc:sldMk cId="2276642374" sldId="427"/>
            <ac:spMk id="2" creationId="{004208E6-9DC8-CFED-DF4F-1AB1BCF3BCFB}"/>
          </ac:spMkLst>
        </pc:spChg>
        <pc:spChg chg="mod">
          <ac:chgData name="Hosanah Filho" userId="586a9499ad38634f" providerId="LiveId" clId="{22CBBB52-E6D2-4354-AC49-D57BED9C4B9C}" dt="2026-09-30T16:58:11.604" v="1903" actId="14100"/>
          <ac:spMkLst>
            <pc:docMk/>
            <pc:sldMk cId="2276642374" sldId="427"/>
            <ac:spMk id="3" creationId="{08DC5CE0-66B0-4153-B02A-CD61CD3795FB}"/>
          </ac:spMkLst>
        </pc:spChg>
        <pc:spChg chg="del">
          <ac:chgData name="Hosanah Filho" userId="586a9499ad38634f" providerId="LiveId" clId="{22CBBB52-E6D2-4354-AC49-D57BED9C4B9C}" dt="2026-09-30T16:44:13.325" v="1687" actId="478"/>
          <ac:spMkLst>
            <pc:docMk/>
            <pc:sldMk cId="2276642374" sldId="427"/>
            <ac:spMk id="6" creationId="{222A8416-933A-E53E-5FB0-B841758AB7EB}"/>
          </ac:spMkLst>
        </pc:spChg>
        <pc:spChg chg="add del mod">
          <ac:chgData name="Hosanah Filho" userId="586a9499ad38634f" providerId="LiveId" clId="{22CBBB52-E6D2-4354-AC49-D57BED9C4B9C}" dt="2026-09-30T16:44:07.505" v="1685" actId="478"/>
          <ac:spMkLst>
            <pc:docMk/>
            <pc:sldMk cId="2276642374" sldId="427"/>
            <ac:spMk id="8" creationId="{F5EF047F-EA74-34B3-7954-AD0D63283EE4}"/>
          </ac:spMkLst>
        </pc:spChg>
        <pc:spChg chg="add mod">
          <ac:chgData name="Hosanah Filho" userId="586a9499ad38634f" providerId="LiveId" clId="{22CBBB52-E6D2-4354-AC49-D57BED9C4B9C}" dt="2026-09-30T16:49:45.920" v="1863" actId="790"/>
          <ac:spMkLst>
            <pc:docMk/>
            <pc:sldMk cId="2276642374" sldId="427"/>
            <ac:spMk id="10" creationId="{F43D5727-64E1-39F8-D914-CE42AA116684}"/>
          </ac:spMkLst>
        </pc:spChg>
        <pc:spChg chg="add mod">
          <ac:chgData name="Hosanah Filho" userId="586a9499ad38634f" providerId="LiveId" clId="{22CBBB52-E6D2-4354-AC49-D57BED9C4B9C}" dt="2026-09-30T16:49:22.799" v="1861" actId="1076"/>
          <ac:spMkLst>
            <pc:docMk/>
            <pc:sldMk cId="2276642374" sldId="427"/>
            <ac:spMk id="11" creationId="{CAD0A549-E8DC-3831-FBE3-B18EA73AD6A7}"/>
          </ac:spMkLst>
        </pc:spChg>
        <pc:picChg chg="del">
          <ac:chgData name="Hosanah Filho" userId="586a9499ad38634f" providerId="LiveId" clId="{22CBBB52-E6D2-4354-AC49-D57BED9C4B9C}" dt="2026-09-30T16:44:09.219" v="1686" actId="478"/>
          <ac:picMkLst>
            <pc:docMk/>
            <pc:sldMk cId="2276642374" sldId="427"/>
            <ac:picMk id="4" creationId="{4511FF11-AADB-E60A-43E1-F65A7C6119EA}"/>
          </ac:picMkLst>
        </pc:picChg>
        <pc:picChg chg="add mod">
          <ac:chgData name="Hosanah Filho" userId="586a9499ad38634f" providerId="LiveId" clId="{22CBBB52-E6D2-4354-AC49-D57BED9C4B9C}" dt="2026-09-30T16:47:17.141" v="1796" actId="1076"/>
          <ac:picMkLst>
            <pc:docMk/>
            <pc:sldMk cId="2276642374" sldId="427"/>
            <ac:picMk id="9" creationId="{DAE88928-B493-1E70-9950-A8225D9649CA}"/>
          </ac:picMkLst>
        </pc:picChg>
      </pc:sldChg>
      <pc:sldChg chg="addSp delSp modSp add mod">
        <pc:chgData name="Hosanah Filho" userId="586a9499ad38634f" providerId="LiveId" clId="{22CBBB52-E6D2-4354-AC49-D57BED9C4B9C}" dt="2026-10-01T13:19:48.403" v="6219" actId="122"/>
        <pc:sldMkLst>
          <pc:docMk/>
          <pc:sldMk cId="2760377751" sldId="427"/>
        </pc:sldMkLst>
        <pc:spChg chg="mod">
          <ac:chgData name="Hosanah Filho" userId="586a9499ad38634f" providerId="LiveId" clId="{22CBBB52-E6D2-4354-AC49-D57BED9C4B9C}" dt="2026-09-30T17:54:54.229" v="2800" actId="20577"/>
          <ac:spMkLst>
            <pc:docMk/>
            <pc:sldMk cId="2760377751" sldId="427"/>
            <ac:spMk id="2" creationId="{CFDBD640-9BD2-1F00-96CA-4C89B6E15BC4}"/>
          </ac:spMkLst>
        </pc:spChg>
        <pc:spChg chg="mod">
          <ac:chgData name="Hosanah Filho" userId="586a9499ad38634f" providerId="LiveId" clId="{22CBBB52-E6D2-4354-AC49-D57BED9C4B9C}" dt="2026-09-30T22:33:32.596" v="4077"/>
          <ac:spMkLst>
            <pc:docMk/>
            <pc:sldMk cId="2760377751" sldId="427"/>
            <ac:spMk id="3" creationId="{D23523A6-5F4D-9E6A-C8DB-78F6A2EB51AD}"/>
          </ac:spMkLst>
        </pc:spChg>
        <pc:spChg chg="mod">
          <ac:chgData name="Hosanah Filho" userId="586a9499ad38634f" providerId="LiveId" clId="{22CBBB52-E6D2-4354-AC49-D57BED9C4B9C}" dt="2026-10-01T13:19:48.403" v="6219" actId="122"/>
          <ac:spMkLst>
            <pc:docMk/>
            <pc:sldMk cId="2760377751" sldId="427"/>
            <ac:spMk id="7" creationId="{C3502E64-408E-2B0F-867B-F19F4064CA5F}"/>
          </ac:spMkLst>
        </pc:spChg>
        <pc:graphicFrameChg chg="add mod modGraphic">
          <ac:chgData name="Hosanah Filho" userId="586a9499ad38634f" providerId="LiveId" clId="{22CBBB52-E6D2-4354-AC49-D57BED9C4B9C}" dt="2026-09-30T22:39:22.599" v="4092" actId="1076"/>
          <ac:graphicFrameMkLst>
            <pc:docMk/>
            <pc:sldMk cId="2760377751" sldId="427"/>
            <ac:graphicFrameMk id="4" creationId="{0C168E32-CEC0-0F3B-C1B6-ECEF58A5377A}"/>
          </ac:graphicFrameMkLst>
        </pc:graphicFrameChg>
        <pc:picChg chg="del">
          <ac:chgData name="Hosanah Filho" userId="586a9499ad38634f" providerId="LiveId" clId="{22CBBB52-E6D2-4354-AC49-D57BED9C4B9C}" dt="2026-09-30T17:53:34.136" v="2758" actId="478"/>
          <ac:picMkLst>
            <pc:docMk/>
            <pc:sldMk cId="2760377751" sldId="427"/>
            <ac:picMk id="6" creationId="{B6DF126F-46C8-B11B-35E6-AD8C12225D2C}"/>
          </ac:picMkLst>
        </pc:picChg>
      </pc:sldChg>
      <pc:sldChg chg="addSp delSp modSp add mod">
        <pc:chgData name="Hosanah Filho" userId="586a9499ad38634f" providerId="LiveId" clId="{22CBBB52-E6D2-4354-AC49-D57BED9C4B9C}" dt="2026-10-01T13:14:55.106" v="6163" actId="1076"/>
        <pc:sldMkLst>
          <pc:docMk/>
          <pc:sldMk cId="1070352703" sldId="428"/>
        </pc:sldMkLst>
        <pc:spChg chg="mod">
          <ac:chgData name="Hosanah Filho" userId="586a9499ad38634f" providerId="LiveId" clId="{22CBBB52-E6D2-4354-AC49-D57BED9C4B9C}" dt="2026-09-30T22:24:38.705" v="4031" actId="20577"/>
          <ac:spMkLst>
            <pc:docMk/>
            <pc:sldMk cId="1070352703" sldId="428"/>
            <ac:spMk id="2" creationId="{00000000-0000-0000-0000-000000000000}"/>
          </ac:spMkLst>
        </pc:spChg>
        <pc:spChg chg="mod">
          <ac:chgData name="Hosanah Filho" userId="586a9499ad38634f" providerId="LiveId" clId="{22CBBB52-E6D2-4354-AC49-D57BED9C4B9C}" dt="2026-10-01T13:12:46.655" v="6155" actId="403"/>
          <ac:spMkLst>
            <pc:docMk/>
            <pc:sldMk cId="1070352703" sldId="428"/>
            <ac:spMk id="3" creationId="{00000000-0000-0000-0000-000000000000}"/>
          </ac:spMkLst>
        </pc:spChg>
        <pc:spChg chg="mod">
          <ac:chgData name="Hosanah Filho" userId="586a9499ad38634f" providerId="LiveId" clId="{22CBBB52-E6D2-4354-AC49-D57BED9C4B9C}" dt="2026-10-01T13:14:04.087" v="6158"/>
          <ac:spMkLst>
            <pc:docMk/>
            <pc:sldMk cId="1070352703" sldId="428"/>
            <ac:spMk id="6" creationId="{14D5E376-8680-C3B6-C80C-C485AB120163}"/>
          </ac:spMkLst>
        </pc:spChg>
        <pc:spChg chg="del">
          <ac:chgData name="Hosanah Filho" userId="586a9499ad38634f" providerId="LiveId" clId="{22CBBB52-E6D2-4354-AC49-D57BED9C4B9C}" dt="2026-10-01T13:14:39.386" v="6160" actId="478"/>
          <ac:spMkLst>
            <pc:docMk/>
            <pc:sldMk cId="1070352703" sldId="428"/>
            <ac:spMk id="7" creationId="{72A8841A-E4D4-397C-0163-0DB7C7A07643}"/>
          </ac:spMkLst>
        </pc:spChg>
        <pc:spChg chg="add mod">
          <ac:chgData name="Hosanah Filho" userId="586a9499ad38634f" providerId="LiveId" clId="{22CBBB52-E6D2-4354-AC49-D57BED9C4B9C}" dt="2026-10-01T13:14:55.106" v="6163" actId="1076"/>
          <ac:spMkLst>
            <pc:docMk/>
            <pc:sldMk cId="1070352703" sldId="428"/>
            <ac:spMk id="8" creationId="{C3600403-6E08-AE59-E946-989984FB068C}"/>
          </ac:spMkLst>
        </pc:spChg>
      </pc:sldChg>
      <pc:sldMasterChg chg="delSldLayout">
        <pc:chgData name="Hosanah Filho" userId="586a9499ad38634f" providerId="LiveId" clId="{22CBBB52-E6D2-4354-AC49-D57BED9C4B9C}" dt="2026-09-30T23:10:28.853" v="4572" actId="47"/>
        <pc:sldMasterMkLst>
          <pc:docMk/>
          <pc:sldMasterMk cId="0" sldId="2147483658"/>
        </pc:sldMasterMkLst>
        <pc:sldLayoutChg chg="del">
          <pc:chgData name="Hosanah Filho" userId="586a9499ad38634f" providerId="LiveId" clId="{22CBBB52-E6D2-4354-AC49-D57BED9C4B9C}" dt="2026-09-30T23:10:28.853" v="4572" actId="47"/>
          <pc:sldLayoutMkLst>
            <pc:docMk/>
            <pc:sldMasterMk cId="0" sldId="2147483658"/>
            <pc:sldLayoutMk cId="0" sldId="214748365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36295D-713C-42F5-9863-567AEB47C4F0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FC353E7-3604-49C1-8678-00F2E9ABB578}">
      <dgm:prSet phldrT="[Texto]" phldr="0"/>
      <dgm:spPr>
        <a:solidFill>
          <a:schemeClr val="tx1"/>
        </a:solidFill>
      </dgm:spPr>
      <dgm:t>
        <a:bodyPr/>
        <a:lstStyle/>
        <a:p>
          <a:r>
            <a:rPr lang="pt-BR" dirty="0"/>
            <a:t>Envelhecimento da população prisional no Canadá</a:t>
          </a:r>
        </a:p>
      </dgm:t>
    </dgm:pt>
    <dgm:pt modelId="{DDE96F30-338E-4ADE-AD4E-626C32A14D2C}" type="parTrans" cxnId="{9E080D9E-5F48-46D4-9BFC-18F46A09E6F5}">
      <dgm:prSet/>
      <dgm:spPr/>
      <dgm:t>
        <a:bodyPr/>
        <a:lstStyle/>
        <a:p>
          <a:endParaRPr lang="pt-BR"/>
        </a:p>
      </dgm:t>
    </dgm:pt>
    <dgm:pt modelId="{366B1E96-B813-42FC-8AED-48E5517EFB48}" type="sibTrans" cxnId="{9E080D9E-5F48-46D4-9BFC-18F46A09E6F5}">
      <dgm:prSet/>
      <dgm:spPr/>
      <dgm:t>
        <a:bodyPr/>
        <a:lstStyle/>
        <a:p>
          <a:endParaRPr lang="pt-BR"/>
        </a:p>
      </dgm:t>
    </dgm:pt>
    <dgm:pt modelId="{EC96AF0C-47E5-4ED5-9D0D-7C00EA581850}">
      <dgm:prSet phldrT="[Texto]" phldr="0"/>
      <dgm:spPr/>
      <dgm:t>
        <a:bodyPr/>
        <a:lstStyle/>
        <a:p>
          <a:r>
            <a:rPr lang="pt-BR" dirty="0"/>
            <a:t>Envelhecimento da população em geral</a:t>
          </a:r>
        </a:p>
      </dgm:t>
    </dgm:pt>
    <dgm:pt modelId="{21A2C52D-0391-4919-8C43-DB9BFB6C6963}" type="parTrans" cxnId="{3A6C473E-A0C0-46DD-915F-1C325E0C4003}">
      <dgm:prSet/>
      <dgm:spPr/>
      <dgm:t>
        <a:bodyPr/>
        <a:lstStyle/>
        <a:p>
          <a:endParaRPr lang="pt-BR"/>
        </a:p>
      </dgm:t>
    </dgm:pt>
    <dgm:pt modelId="{183F87B0-5699-4D88-BECE-85657BF3CF00}" type="sibTrans" cxnId="{3A6C473E-A0C0-46DD-915F-1C325E0C4003}">
      <dgm:prSet/>
      <dgm:spPr/>
      <dgm:t>
        <a:bodyPr/>
        <a:lstStyle/>
        <a:p>
          <a:endParaRPr lang="pt-BR"/>
        </a:p>
      </dgm:t>
    </dgm:pt>
    <dgm:pt modelId="{43306E42-464D-4B8B-8523-3ADC01273EE7}">
      <dgm:prSet phldrT="[Texto]" phldr="0"/>
      <dgm:spPr/>
      <dgm:t>
        <a:bodyPr/>
        <a:lstStyle/>
        <a:p>
          <a:r>
            <a:rPr lang="pt-BR" dirty="0"/>
            <a:t>Life </a:t>
          </a:r>
          <a:r>
            <a:rPr lang="pt-BR" dirty="0" err="1"/>
            <a:t>Sentence</a:t>
          </a:r>
          <a:endParaRPr lang="pt-BR" dirty="0"/>
        </a:p>
      </dgm:t>
    </dgm:pt>
    <dgm:pt modelId="{3B985CBE-A55C-49D7-BBB8-C972C8AF5D53}" type="parTrans" cxnId="{34296D10-EB41-4C57-9347-3BDEE44C6030}">
      <dgm:prSet/>
      <dgm:spPr/>
      <dgm:t>
        <a:bodyPr/>
        <a:lstStyle/>
        <a:p>
          <a:endParaRPr lang="pt-BR"/>
        </a:p>
      </dgm:t>
    </dgm:pt>
    <dgm:pt modelId="{01232D09-A2AC-4B33-9195-478E69EEB117}" type="sibTrans" cxnId="{34296D10-EB41-4C57-9347-3BDEE44C6030}">
      <dgm:prSet/>
      <dgm:spPr/>
      <dgm:t>
        <a:bodyPr/>
        <a:lstStyle/>
        <a:p>
          <a:endParaRPr lang="pt-BR"/>
        </a:p>
      </dgm:t>
    </dgm:pt>
    <dgm:pt modelId="{CB38F186-6A58-4342-9378-FEBF28976D19}">
      <dgm:prSet phldrT="[Texto]" phldr="0"/>
      <dgm:spPr/>
      <dgm:t>
        <a:bodyPr/>
        <a:lstStyle/>
        <a:p>
          <a:r>
            <a:rPr lang="pt-BR" dirty="0"/>
            <a:t>Endurecimento de leis penais</a:t>
          </a:r>
        </a:p>
      </dgm:t>
    </dgm:pt>
    <dgm:pt modelId="{E985ADCA-2B0E-47EE-921B-85F1A59336BB}" type="parTrans" cxnId="{A1B1623F-384E-4625-92EC-BC1FD288ADD3}">
      <dgm:prSet/>
      <dgm:spPr/>
      <dgm:t>
        <a:bodyPr/>
        <a:lstStyle/>
        <a:p>
          <a:endParaRPr lang="pt-BR"/>
        </a:p>
      </dgm:t>
    </dgm:pt>
    <dgm:pt modelId="{EBF4F699-0E81-4A8A-95E9-7E669A07FDFE}" type="sibTrans" cxnId="{A1B1623F-384E-4625-92EC-BC1FD288ADD3}">
      <dgm:prSet/>
      <dgm:spPr/>
      <dgm:t>
        <a:bodyPr/>
        <a:lstStyle/>
        <a:p>
          <a:endParaRPr lang="pt-BR"/>
        </a:p>
      </dgm:t>
    </dgm:pt>
    <dgm:pt modelId="{BE97295D-92C6-4937-B0E5-D737C3C24BD3}">
      <dgm:prSet phldrT="[Texto]" phldr="0"/>
      <dgm:spPr/>
    </dgm:pt>
    <dgm:pt modelId="{4BFCA4D0-0290-4B87-B992-578B3D1D6126}" type="parTrans" cxnId="{A591ADFE-A748-43BF-A076-F10CA12A7AED}">
      <dgm:prSet/>
      <dgm:spPr/>
      <dgm:t>
        <a:bodyPr/>
        <a:lstStyle/>
        <a:p>
          <a:endParaRPr lang="pt-BR"/>
        </a:p>
      </dgm:t>
    </dgm:pt>
    <dgm:pt modelId="{A04AF87D-2C53-454D-B0E0-2535B6D432A3}" type="sibTrans" cxnId="{A591ADFE-A748-43BF-A076-F10CA12A7AED}">
      <dgm:prSet/>
      <dgm:spPr/>
      <dgm:t>
        <a:bodyPr/>
        <a:lstStyle/>
        <a:p>
          <a:endParaRPr lang="pt-BR"/>
        </a:p>
      </dgm:t>
    </dgm:pt>
    <dgm:pt modelId="{F8A02BB4-FF21-4049-890A-5750C0DFD959}">
      <dgm:prSet/>
      <dgm:spPr/>
      <dgm:t>
        <a:bodyPr/>
        <a:lstStyle/>
        <a:p>
          <a:r>
            <a:rPr lang="pt-BR" dirty="0"/>
            <a:t>Práticas de Sentença</a:t>
          </a:r>
        </a:p>
      </dgm:t>
    </dgm:pt>
    <dgm:pt modelId="{76AEB970-3779-4D4C-AE2A-E4B024E541DE}" type="parTrans" cxnId="{1279FEAF-01B3-413A-8407-3DB91FA0C59F}">
      <dgm:prSet/>
      <dgm:spPr/>
      <dgm:t>
        <a:bodyPr/>
        <a:lstStyle/>
        <a:p>
          <a:endParaRPr lang="pt-BR"/>
        </a:p>
      </dgm:t>
    </dgm:pt>
    <dgm:pt modelId="{20864D7C-921A-47E1-A708-CDC1CF955CB2}" type="sibTrans" cxnId="{1279FEAF-01B3-413A-8407-3DB91FA0C59F}">
      <dgm:prSet/>
      <dgm:spPr/>
      <dgm:t>
        <a:bodyPr/>
        <a:lstStyle/>
        <a:p>
          <a:endParaRPr lang="pt-BR"/>
        </a:p>
      </dgm:t>
    </dgm:pt>
    <dgm:pt modelId="{605B5B34-03BD-4929-86A7-03EAE0478969}">
      <dgm:prSet/>
      <dgm:spPr/>
      <dgm:t>
        <a:bodyPr/>
        <a:lstStyle/>
        <a:p>
          <a:r>
            <a:rPr lang="pt-BR" dirty="0"/>
            <a:t>Práticas de Parole</a:t>
          </a:r>
        </a:p>
      </dgm:t>
    </dgm:pt>
    <dgm:pt modelId="{32F5ABAE-04C4-411A-9669-B6CC38E15FEE}" type="parTrans" cxnId="{154C3B87-86D7-4DB5-B9EB-F856C3571DC2}">
      <dgm:prSet/>
      <dgm:spPr/>
      <dgm:t>
        <a:bodyPr/>
        <a:lstStyle/>
        <a:p>
          <a:endParaRPr lang="pt-BR"/>
        </a:p>
      </dgm:t>
    </dgm:pt>
    <dgm:pt modelId="{4B276A81-5D24-4A77-8DF8-3F7B06ED5EA2}" type="sibTrans" cxnId="{154C3B87-86D7-4DB5-B9EB-F856C3571DC2}">
      <dgm:prSet/>
      <dgm:spPr/>
      <dgm:t>
        <a:bodyPr/>
        <a:lstStyle/>
        <a:p>
          <a:endParaRPr lang="pt-BR"/>
        </a:p>
      </dgm:t>
    </dgm:pt>
    <dgm:pt modelId="{858F1CB6-B5EF-4E2C-8AA4-9EB03D9DA2C9}">
      <dgm:prSet/>
      <dgm:spPr/>
      <dgm:t>
        <a:bodyPr/>
        <a:lstStyle/>
        <a:p>
          <a:endParaRPr lang="pt-BR"/>
        </a:p>
      </dgm:t>
    </dgm:pt>
    <dgm:pt modelId="{003A27E0-B3FE-4BFF-8180-485D7FE13F4B}" type="parTrans" cxnId="{D41D7DFB-1C57-44A2-B408-A7560755F874}">
      <dgm:prSet/>
      <dgm:spPr/>
      <dgm:t>
        <a:bodyPr/>
        <a:lstStyle/>
        <a:p>
          <a:endParaRPr lang="pt-BR"/>
        </a:p>
      </dgm:t>
    </dgm:pt>
    <dgm:pt modelId="{FEB32902-F396-4DCB-9B62-E8F63BC61F14}" type="sibTrans" cxnId="{D41D7DFB-1C57-44A2-B408-A7560755F874}">
      <dgm:prSet/>
      <dgm:spPr/>
      <dgm:t>
        <a:bodyPr/>
        <a:lstStyle/>
        <a:p>
          <a:endParaRPr lang="pt-BR"/>
        </a:p>
      </dgm:t>
    </dgm:pt>
    <dgm:pt modelId="{07893232-2547-490E-8E16-DD3A6AC065F6}" type="pres">
      <dgm:prSet presAssocID="{CD36295D-713C-42F5-9863-567AEB47C4F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124FA9B-C9D6-4F0D-9134-85F6557F0A8D}" type="pres">
      <dgm:prSet presAssocID="{5FC353E7-3604-49C1-8678-00F2E9ABB578}" presName="centerShape" presStyleLbl="node0" presStyleIdx="0" presStyleCnt="1"/>
      <dgm:spPr/>
    </dgm:pt>
    <dgm:pt modelId="{CD73F573-E0CF-46A5-A7C6-7B515644738E}" type="pres">
      <dgm:prSet presAssocID="{21A2C52D-0391-4919-8C43-DB9BFB6C6963}" presName="parTrans" presStyleLbl="bgSibTrans2D1" presStyleIdx="0" presStyleCnt="5"/>
      <dgm:spPr/>
    </dgm:pt>
    <dgm:pt modelId="{C9A37F6F-7903-4CC4-A395-6395D213B8D3}" type="pres">
      <dgm:prSet presAssocID="{EC96AF0C-47E5-4ED5-9D0D-7C00EA581850}" presName="node" presStyleLbl="node1" presStyleIdx="0" presStyleCnt="5">
        <dgm:presLayoutVars>
          <dgm:bulletEnabled val="1"/>
        </dgm:presLayoutVars>
      </dgm:prSet>
      <dgm:spPr/>
    </dgm:pt>
    <dgm:pt modelId="{2EFB5626-16D5-4854-8A40-EF40D2530418}" type="pres">
      <dgm:prSet presAssocID="{3B985CBE-A55C-49D7-BBB8-C972C8AF5D53}" presName="parTrans" presStyleLbl="bgSibTrans2D1" presStyleIdx="1" presStyleCnt="5"/>
      <dgm:spPr/>
    </dgm:pt>
    <dgm:pt modelId="{42547F1F-754E-4C15-AB9C-09CDFD14129A}" type="pres">
      <dgm:prSet presAssocID="{43306E42-464D-4B8B-8523-3ADC01273EE7}" presName="node" presStyleLbl="node1" presStyleIdx="1" presStyleCnt="5">
        <dgm:presLayoutVars>
          <dgm:bulletEnabled val="1"/>
        </dgm:presLayoutVars>
      </dgm:prSet>
      <dgm:spPr/>
    </dgm:pt>
    <dgm:pt modelId="{1E0552C8-2D50-47CF-8315-5A81CFFB47D3}" type="pres">
      <dgm:prSet presAssocID="{E985ADCA-2B0E-47EE-921B-85F1A59336BB}" presName="parTrans" presStyleLbl="bgSibTrans2D1" presStyleIdx="2" presStyleCnt="5"/>
      <dgm:spPr/>
    </dgm:pt>
    <dgm:pt modelId="{211FF694-136F-4039-A28D-A8358E5CCF00}" type="pres">
      <dgm:prSet presAssocID="{CB38F186-6A58-4342-9378-FEBF28976D19}" presName="node" presStyleLbl="node1" presStyleIdx="2" presStyleCnt="5">
        <dgm:presLayoutVars>
          <dgm:bulletEnabled val="1"/>
        </dgm:presLayoutVars>
      </dgm:prSet>
      <dgm:spPr/>
    </dgm:pt>
    <dgm:pt modelId="{E491A561-B0E0-48ED-8B75-2AA980D6D4BE}" type="pres">
      <dgm:prSet presAssocID="{76AEB970-3779-4D4C-AE2A-E4B024E541DE}" presName="parTrans" presStyleLbl="bgSibTrans2D1" presStyleIdx="3" presStyleCnt="5"/>
      <dgm:spPr/>
    </dgm:pt>
    <dgm:pt modelId="{F483B20D-5B10-4C39-9319-3760074CD265}" type="pres">
      <dgm:prSet presAssocID="{F8A02BB4-FF21-4049-890A-5750C0DFD959}" presName="node" presStyleLbl="node1" presStyleIdx="3" presStyleCnt="5">
        <dgm:presLayoutVars>
          <dgm:bulletEnabled val="1"/>
        </dgm:presLayoutVars>
      </dgm:prSet>
      <dgm:spPr/>
    </dgm:pt>
    <dgm:pt modelId="{0B4C8E31-3B09-4249-B1B4-AD97FCA423A6}" type="pres">
      <dgm:prSet presAssocID="{32F5ABAE-04C4-411A-9669-B6CC38E15FEE}" presName="parTrans" presStyleLbl="bgSibTrans2D1" presStyleIdx="4" presStyleCnt="5"/>
      <dgm:spPr/>
    </dgm:pt>
    <dgm:pt modelId="{A0522BDB-924F-4A59-AD6F-1006ACB4BE09}" type="pres">
      <dgm:prSet presAssocID="{605B5B34-03BD-4929-86A7-03EAE0478969}" presName="node" presStyleLbl="node1" presStyleIdx="4" presStyleCnt="5">
        <dgm:presLayoutVars>
          <dgm:bulletEnabled val="1"/>
        </dgm:presLayoutVars>
      </dgm:prSet>
      <dgm:spPr/>
    </dgm:pt>
  </dgm:ptLst>
  <dgm:cxnLst>
    <dgm:cxn modelId="{34296D10-EB41-4C57-9347-3BDEE44C6030}" srcId="{5FC353E7-3604-49C1-8678-00F2E9ABB578}" destId="{43306E42-464D-4B8B-8523-3ADC01273EE7}" srcOrd="1" destOrd="0" parTransId="{3B985CBE-A55C-49D7-BBB8-C972C8AF5D53}" sibTransId="{01232D09-A2AC-4B33-9195-478E69EEB117}"/>
    <dgm:cxn modelId="{20116711-14AA-4C5D-8D61-2C6DC73C05D8}" type="presOf" srcId="{5FC353E7-3604-49C1-8678-00F2E9ABB578}" destId="{C124FA9B-C9D6-4F0D-9134-85F6557F0A8D}" srcOrd="0" destOrd="0" presId="urn:microsoft.com/office/officeart/2005/8/layout/radial4"/>
    <dgm:cxn modelId="{3A6C473E-A0C0-46DD-915F-1C325E0C4003}" srcId="{5FC353E7-3604-49C1-8678-00F2E9ABB578}" destId="{EC96AF0C-47E5-4ED5-9D0D-7C00EA581850}" srcOrd="0" destOrd="0" parTransId="{21A2C52D-0391-4919-8C43-DB9BFB6C6963}" sibTransId="{183F87B0-5699-4D88-BECE-85657BF3CF00}"/>
    <dgm:cxn modelId="{A1B1623F-384E-4625-92EC-BC1FD288ADD3}" srcId="{5FC353E7-3604-49C1-8678-00F2E9ABB578}" destId="{CB38F186-6A58-4342-9378-FEBF28976D19}" srcOrd="2" destOrd="0" parTransId="{E985ADCA-2B0E-47EE-921B-85F1A59336BB}" sibTransId="{EBF4F699-0E81-4A8A-95E9-7E669A07FDFE}"/>
    <dgm:cxn modelId="{178DCC75-133F-478C-926C-99E0C6AAA634}" type="presOf" srcId="{43306E42-464D-4B8B-8523-3ADC01273EE7}" destId="{42547F1F-754E-4C15-AB9C-09CDFD14129A}" srcOrd="0" destOrd="0" presId="urn:microsoft.com/office/officeart/2005/8/layout/radial4"/>
    <dgm:cxn modelId="{BC59797B-457D-4BE6-BFF6-B151DDEACB54}" type="presOf" srcId="{CB38F186-6A58-4342-9378-FEBF28976D19}" destId="{211FF694-136F-4039-A28D-A8358E5CCF00}" srcOrd="0" destOrd="0" presId="urn:microsoft.com/office/officeart/2005/8/layout/radial4"/>
    <dgm:cxn modelId="{154C3B87-86D7-4DB5-B9EB-F856C3571DC2}" srcId="{5FC353E7-3604-49C1-8678-00F2E9ABB578}" destId="{605B5B34-03BD-4929-86A7-03EAE0478969}" srcOrd="4" destOrd="0" parTransId="{32F5ABAE-04C4-411A-9669-B6CC38E15FEE}" sibTransId="{4B276A81-5D24-4A77-8DF8-3F7B06ED5EA2}"/>
    <dgm:cxn modelId="{BFE53C8B-C4E4-4DC5-9ECB-4D84A72A5453}" type="presOf" srcId="{21A2C52D-0391-4919-8C43-DB9BFB6C6963}" destId="{CD73F573-E0CF-46A5-A7C6-7B515644738E}" srcOrd="0" destOrd="0" presId="urn:microsoft.com/office/officeart/2005/8/layout/radial4"/>
    <dgm:cxn modelId="{237F5B9D-CA13-4984-8777-291592726581}" type="presOf" srcId="{32F5ABAE-04C4-411A-9669-B6CC38E15FEE}" destId="{0B4C8E31-3B09-4249-B1B4-AD97FCA423A6}" srcOrd="0" destOrd="0" presId="urn:microsoft.com/office/officeart/2005/8/layout/radial4"/>
    <dgm:cxn modelId="{9E080D9E-5F48-46D4-9BFC-18F46A09E6F5}" srcId="{CD36295D-713C-42F5-9863-567AEB47C4F0}" destId="{5FC353E7-3604-49C1-8678-00F2E9ABB578}" srcOrd="0" destOrd="0" parTransId="{DDE96F30-338E-4ADE-AD4E-626C32A14D2C}" sibTransId="{366B1E96-B813-42FC-8AED-48E5517EFB48}"/>
    <dgm:cxn modelId="{7CB2979F-5609-4D6A-AF12-4580FB1DB47C}" type="presOf" srcId="{F8A02BB4-FF21-4049-890A-5750C0DFD959}" destId="{F483B20D-5B10-4C39-9319-3760074CD265}" srcOrd="0" destOrd="0" presId="urn:microsoft.com/office/officeart/2005/8/layout/radial4"/>
    <dgm:cxn modelId="{95F6EEAE-8E07-41EA-A1B2-8E337152BF02}" type="presOf" srcId="{3B985CBE-A55C-49D7-BBB8-C972C8AF5D53}" destId="{2EFB5626-16D5-4854-8A40-EF40D2530418}" srcOrd="0" destOrd="0" presId="urn:microsoft.com/office/officeart/2005/8/layout/radial4"/>
    <dgm:cxn modelId="{1279FEAF-01B3-413A-8407-3DB91FA0C59F}" srcId="{5FC353E7-3604-49C1-8678-00F2E9ABB578}" destId="{F8A02BB4-FF21-4049-890A-5750C0DFD959}" srcOrd="3" destOrd="0" parTransId="{76AEB970-3779-4D4C-AE2A-E4B024E541DE}" sibTransId="{20864D7C-921A-47E1-A708-CDC1CF955CB2}"/>
    <dgm:cxn modelId="{E8C1CAB7-8E13-4701-8563-4911EC955BDF}" type="presOf" srcId="{76AEB970-3779-4D4C-AE2A-E4B024E541DE}" destId="{E491A561-B0E0-48ED-8B75-2AA980D6D4BE}" srcOrd="0" destOrd="0" presId="urn:microsoft.com/office/officeart/2005/8/layout/radial4"/>
    <dgm:cxn modelId="{BF42E6D5-442C-4229-96D3-1DCAE0070F89}" type="presOf" srcId="{E985ADCA-2B0E-47EE-921B-85F1A59336BB}" destId="{1E0552C8-2D50-47CF-8315-5A81CFFB47D3}" srcOrd="0" destOrd="0" presId="urn:microsoft.com/office/officeart/2005/8/layout/radial4"/>
    <dgm:cxn modelId="{C942EED5-04CC-411E-84FA-EAB2E4018267}" type="presOf" srcId="{EC96AF0C-47E5-4ED5-9D0D-7C00EA581850}" destId="{C9A37F6F-7903-4CC4-A395-6395D213B8D3}" srcOrd="0" destOrd="0" presId="urn:microsoft.com/office/officeart/2005/8/layout/radial4"/>
    <dgm:cxn modelId="{B13786DC-0F06-45AB-B78C-5B089E57016F}" type="presOf" srcId="{605B5B34-03BD-4929-86A7-03EAE0478969}" destId="{A0522BDB-924F-4A59-AD6F-1006ACB4BE09}" srcOrd="0" destOrd="0" presId="urn:microsoft.com/office/officeart/2005/8/layout/radial4"/>
    <dgm:cxn modelId="{78124DF3-CDE7-4A17-9B45-934E7694F0A3}" type="presOf" srcId="{CD36295D-713C-42F5-9863-567AEB47C4F0}" destId="{07893232-2547-490E-8E16-DD3A6AC065F6}" srcOrd="0" destOrd="0" presId="urn:microsoft.com/office/officeart/2005/8/layout/radial4"/>
    <dgm:cxn modelId="{D41D7DFB-1C57-44A2-B408-A7560755F874}" srcId="{CD36295D-713C-42F5-9863-567AEB47C4F0}" destId="{858F1CB6-B5EF-4E2C-8AA4-9EB03D9DA2C9}" srcOrd="2" destOrd="0" parTransId="{003A27E0-B3FE-4BFF-8180-485D7FE13F4B}" sibTransId="{FEB32902-F396-4DCB-9B62-E8F63BC61F14}"/>
    <dgm:cxn modelId="{A591ADFE-A748-43BF-A076-F10CA12A7AED}" srcId="{CD36295D-713C-42F5-9863-567AEB47C4F0}" destId="{BE97295D-92C6-4937-B0E5-D737C3C24BD3}" srcOrd="1" destOrd="0" parTransId="{4BFCA4D0-0290-4B87-B992-578B3D1D6126}" sibTransId="{A04AF87D-2C53-454D-B0E0-2535B6D432A3}"/>
    <dgm:cxn modelId="{47D08367-4769-4C9A-A187-D58B1CA49CEC}" type="presParOf" srcId="{07893232-2547-490E-8E16-DD3A6AC065F6}" destId="{C124FA9B-C9D6-4F0D-9134-85F6557F0A8D}" srcOrd="0" destOrd="0" presId="urn:microsoft.com/office/officeart/2005/8/layout/radial4"/>
    <dgm:cxn modelId="{680463DF-28BD-48B9-AB67-7FB77A1B6B47}" type="presParOf" srcId="{07893232-2547-490E-8E16-DD3A6AC065F6}" destId="{CD73F573-E0CF-46A5-A7C6-7B515644738E}" srcOrd="1" destOrd="0" presId="urn:microsoft.com/office/officeart/2005/8/layout/radial4"/>
    <dgm:cxn modelId="{6426A667-D18C-4527-A44D-EEE4713A242D}" type="presParOf" srcId="{07893232-2547-490E-8E16-DD3A6AC065F6}" destId="{C9A37F6F-7903-4CC4-A395-6395D213B8D3}" srcOrd="2" destOrd="0" presId="urn:microsoft.com/office/officeart/2005/8/layout/radial4"/>
    <dgm:cxn modelId="{10CA16F7-A494-469E-B353-50C578280E7E}" type="presParOf" srcId="{07893232-2547-490E-8E16-DD3A6AC065F6}" destId="{2EFB5626-16D5-4854-8A40-EF40D2530418}" srcOrd="3" destOrd="0" presId="urn:microsoft.com/office/officeart/2005/8/layout/radial4"/>
    <dgm:cxn modelId="{8A64ACE9-E5D8-45D6-A11C-28C600CB4F16}" type="presParOf" srcId="{07893232-2547-490E-8E16-DD3A6AC065F6}" destId="{42547F1F-754E-4C15-AB9C-09CDFD14129A}" srcOrd="4" destOrd="0" presId="urn:microsoft.com/office/officeart/2005/8/layout/radial4"/>
    <dgm:cxn modelId="{72B43FE8-492B-4BE8-87D3-A28935D2C2CD}" type="presParOf" srcId="{07893232-2547-490E-8E16-DD3A6AC065F6}" destId="{1E0552C8-2D50-47CF-8315-5A81CFFB47D3}" srcOrd="5" destOrd="0" presId="urn:microsoft.com/office/officeart/2005/8/layout/radial4"/>
    <dgm:cxn modelId="{92106424-91EF-4AF8-8CC3-64E282BF604F}" type="presParOf" srcId="{07893232-2547-490E-8E16-DD3A6AC065F6}" destId="{211FF694-136F-4039-A28D-A8358E5CCF00}" srcOrd="6" destOrd="0" presId="urn:microsoft.com/office/officeart/2005/8/layout/radial4"/>
    <dgm:cxn modelId="{2A64BA94-485D-459E-9C65-8558061A1BF3}" type="presParOf" srcId="{07893232-2547-490E-8E16-DD3A6AC065F6}" destId="{E491A561-B0E0-48ED-8B75-2AA980D6D4BE}" srcOrd="7" destOrd="0" presId="urn:microsoft.com/office/officeart/2005/8/layout/radial4"/>
    <dgm:cxn modelId="{111DF9EC-0C43-4447-AC96-2F588560AC76}" type="presParOf" srcId="{07893232-2547-490E-8E16-DD3A6AC065F6}" destId="{F483B20D-5B10-4C39-9319-3760074CD265}" srcOrd="8" destOrd="0" presId="urn:microsoft.com/office/officeart/2005/8/layout/radial4"/>
    <dgm:cxn modelId="{CE53ACA1-DAFA-4FB4-BDFA-00A1D73A9A9A}" type="presParOf" srcId="{07893232-2547-490E-8E16-DD3A6AC065F6}" destId="{0B4C8E31-3B09-4249-B1B4-AD97FCA423A6}" srcOrd="9" destOrd="0" presId="urn:microsoft.com/office/officeart/2005/8/layout/radial4"/>
    <dgm:cxn modelId="{18CFAEA0-87C2-49A8-B938-336C43499853}" type="presParOf" srcId="{07893232-2547-490E-8E16-DD3A6AC065F6}" destId="{A0522BDB-924F-4A59-AD6F-1006ACB4BE09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4FA9B-C9D6-4F0D-9134-85F6557F0A8D}">
      <dsp:nvSpPr>
        <dsp:cNvPr id="0" name=""/>
        <dsp:cNvSpPr/>
      </dsp:nvSpPr>
      <dsp:spPr>
        <a:xfrm>
          <a:off x="2682646" y="2625025"/>
          <a:ext cx="1859170" cy="1859170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Envelhecimento da população prisional no Canadá</a:t>
          </a:r>
        </a:p>
      </dsp:txBody>
      <dsp:txXfrm>
        <a:off x="2954915" y="2897294"/>
        <a:ext cx="1314632" cy="1314632"/>
      </dsp:txXfrm>
    </dsp:sp>
    <dsp:sp modelId="{CD73F573-E0CF-46A5-A7C6-7B515644738E}">
      <dsp:nvSpPr>
        <dsp:cNvPr id="0" name=""/>
        <dsp:cNvSpPr/>
      </dsp:nvSpPr>
      <dsp:spPr>
        <a:xfrm rot="10800000">
          <a:off x="883659" y="3289679"/>
          <a:ext cx="1700043" cy="52986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37F6F-7903-4CC4-A395-6395D213B8D3}">
      <dsp:nvSpPr>
        <dsp:cNvPr id="0" name=""/>
        <dsp:cNvSpPr/>
      </dsp:nvSpPr>
      <dsp:spPr>
        <a:xfrm>
          <a:off x="553" y="2848126"/>
          <a:ext cx="1766212" cy="14129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Envelhecimento da população em geral</a:t>
          </a:r>
        </a:p>
      </dsp:txBody>
      <dsp:txXfrm>
        <a:off x="41937" y="2889510"/>
        <a:ext cx="1683444" cy="1330201"/>
      </dsp:txXfrm>
    </dsp:sp>
    <dsp:sp modelId="{2EFB5626-16D5-4854-8A40-EF40D2530418}">
      <dsp:nvSpPr>
        <dsp:cNvPr id="0" name=""/>
        <dsp:cNvSpPr/>
      </dsp:nvSpPr>
      <dsp:spPr>
        <a:xfrm rot="13500000">
          <a:off x="1433874" y="1961343"/>
          <a:ext cx="1700043" cy="52986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547F1F-754E-4C15-AB9C-09CDFD14129A}">
      <dsp:nvSpPr>
        <dsp:cNvPr id="0" name=""/>
        <dsp:cNvSpPr/>
      </dsp:nvSpPr>
      <dsp:spPr>
        <a:xfrm>
          <a:off x="799733" y="918733"/>
          <a:ext cx="1766212" cy="14129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Life </a:t>
          </a:r>
          <a:r>
            <a:rPr lang="pt-BR" sz="1700" kern="1200" dirty="0" err="1"/>
            <a:t>Sentence</a:t>
          </a:r>
          <a:endParaRPr lang="pt-BR" sz="1700" kern="1200" dirty="0"/>
        </a:p>
      </dsp:txBody>
      <dsp:txXfrm>
        <a:off x="841117" y="960117"/>
        <a:ext cx="1683444" cy="1330201"/>
      </dsp:txXfrm>
    </dsp:sp>
    <dsp:sp modelId="{1E0552C8-2D50-47CF-8315-5A81CFFB47D3}">
      <dsp:nvSpPr>
        <dsp:cNvPr id="0" name=""/>
        <dsp:cNvSpPr/>
      </dsp:nvSpPr>
      <dsp:spPr>
        <a:xfrm rot="16200000">
          <a:off x="2762210" y="1411128"/>
          <a:ext cx="1700043" cy="52986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FF694-136F-4039-A28D-A8358E5CCF00}">
      <dsp:nvSpPr>
        <dsp:cNvPr id="0" name=""/>
        <dsp:cNvSpPr/>
      </dsp:nvSpPr>
      <dsp:spPr>
        <a:xfrm>
          <a:off x="2729125" y="119553"/>
          <a:ext cx="1766212" cy="14129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Endurecimento de leis penais</a:t>
          </a:r>
        </a:p>
      </dsp:txBody>
      <dsp:txXfrm>
        <a:off x="2770509" y="160937"/>
        <a:ext cx="1683444" cy="1330201"/>
      </dsp:txXfrm>
    </dsp:sp>
    <dsp:sp modelId="{E491A561-B0E0-48ED-8B75-2AA980D6D4BE}">
      <dsp:nvSpPr>
        <dsp:cNvPr id="0" name=""/>
        <dsp:cNvSpPr/>
      </dsp:nvSpPr>
      <dsp:spPr>
        <a:xfrm rot="18900000">
          <a:off x="4090546" y="1961343"/>
          <a:ext cx="1700043" cy="52986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3B20D-5B10-4C39-9319-3760074CD265}">
      <dsp:nvSpPr>
        <dsp:cNvPr id="0" name=""/>
        <dsp:cNvSpPr/>
      </dsp:nvSpPr>
      <dsp:spPr>
        <a:xfrm>
          <a:off x="4658518" y="918733"/>
          <a:ext cx="1766212" cy="14129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Práticas de Sentença</a:t>
          </a:r>
        </a:p>
      </dsp:txBody>
      <dsp:txXfrm>
        <a:off x="4699902" y="960117"/>
        <a:ext cx="1683444" cy="1330201"/>
      </dsp:txXfrm>
    </dsp:sp>
    <dsp:sp modelId="{0B4C8E31-3B09-4249-B1B4-AD97FCA423A6}">
      <dsp:nvSpPr>
        <dsp:cNvPr id="0" name=""/>
        <dsp:cNvSpPr/>
      </dsp:nvSpPr>
      <dsp:spPr>
        <a:xfrm>
          <a:off x="4640761" y="3289679"/>
          <a:ext cx="1700043" cy="52986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22BDB-924F-4A59-AD6F-1006ACB4BE09}">
      <dsp:nvSpPr>
        <dsp:cNvPr id="0" name=""/>
        <dsp:cNvSpPr/>
      </dsp:nvSpPr>
      <dsp:spPr>
        <a:xfrm>
          <a:off x="5457698" y="2848126"/>
          <a:ext cx="1766212" cy="14129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Práticas de Parole</a:t>
          </a:r>
        </a:p>
      </dsp:txBody>
      <dsp:txXfrm>
        <a:off x="5499082" y="2889510"/>
        <a:ext cx="1683444" cy="1330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92445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356366" y="5066325"/>
            <a:ext cx="893700" cy="7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8250312" y="5066325"/>
            <a:ext cx="893700" cy="7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5066325"/>
            <a:ext cx="893700" cy="7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93710" y="5066325"/>
            <a:ext cx="6462600" cy="7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93625" y="1200150"/>
            <a:ext cx="313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219456" y="1200150"/>
            <a:ext cx="313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▷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3700" y="3583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Raleway"/>
              <a:buNone/>
              <a:defRPr sz="32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Lato"/>
              <a:buChar char="▷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■"/>
              <a:defRPr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75" y="46969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694" y="1016200"/>
            <a:ext cx="4272545" cy="1872208"/>
          </a:xfrm>
        </p:spPr>
        <p:txBody>
          <a:bodyPr/>
          <a:lstStyle/>
          <a:p>
            <a:br>
              <a:rPr lang="pt-BR" sz="2500" dirty="0"/>
            </a:br>
            <a:r>
              <a:rPr lang="pt-BR" sz="2400" b="1" noProof="0" dirty="0"/>
              <a:t>Envelhecimento da População Prisional: reflexões empíricas a partir do caso canadense </a:t>
            </a:r>
            <a:endParaRPr lang="pt-BR" sz="25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09200" y="3134441"/>
            <a:ext cx="4104456" cy="524961"/>
          </a:xfrm>
        </p:spPr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  <a:latin typeface="Raleway" panose="020B0604020202020204" charset="0"/>
              </a:rPr>
              <a:t>Hosanah Pereira de Santana Filho (UFBA)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5F0DA3-D396-0753-41D2-6830BD7D27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35" t="-2504" r="2371" b="873"/>
          <a:stretch>
            <a:fillRect/>
          </a:stretch>
        </p:blipFill>
        <p:spPr>
          <a:xfrm>
            <a:off x="7668344" y="4440583"/>
            <a:ext cx="1055779" cy="3847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0C1C9E-CFC5-5AB3-6792-A39A21DC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24" r="15261"/>
          <a:stretch>
            <a:fillRect/>
          </a:stretch>
        </p:blipFill>
        <p:spPr>
          <a:xfrm>
            <a:off x="370216" y="4435896"/>
            <a:ext cx="1102614" cy="4750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7AC10DC-7A63-AEE3-C7E0-250397CEB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599" y="4434962"/>
            <a:ext cx="1777570" cy="42833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375BFD9-613B-884B-BCE1-C49D4F06A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918" y="4338215"/>
            <a:ext cx="1537385" cy="52496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143F87E-B07E-2CD4-1AF6-A3C92F04AB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082" y="4462843"/>
            <a:ext cx="1079852" cy="389249"/>
          </a:xfrm>
          <a:prstGeom prst="rect">
            <a:avLst/>
          </a:prstGeom>
        </p:spPr>
      </p:pic>
      <p:pic>
        <p:nvPicPr>
          <p:cNvPr id="13" name="Picture 2" descr="logo_fapesb – Portal FAPESB">
            <a:extLst>
              <a:ext uri="{FF2B5EF4-FFF2-40B4-BE49-F238E27FC236}">
                <a16:creationId xmlns:a16="http://schemas.microsoft.com/office/drawing/2014/main" id="{83DBC300-9AF7-FE2F-1CDB-8D5E73B2E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713" y="4308566"/>
            <a:ext cx="1085862" cy="60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AE6B1C9-0152-DF95-7E45-1F484F2427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7210"/>
          <a:stretch>
            <a:fillRect/>
          </a:stretch>
        </p:blipFill>
        <p:spPr>
          <a:xfrm>
            <a:off x="5188057" y="0"/>
            <a:ext cx="3955818" cy="400243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6434874-95D6-0E3C-EC14-0E7CF60FB9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4" y="0"/>
            <a:ext cx="5188182" cy="656921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2F567AF5-7952-DEBE-1427-ED75A146AB9F}"/>
              </a:ext>
            </a:extLst>
          </p:cNvPr>
          <p:cNvSpPr/>
          <p:nvPr/>
        </p:nvSpPr>
        <p:spPr>
          <a:xfrm>
            <a:off x="8028384" y="3219272"/>
            <a:ext cx="1368152" cy="706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79070" algn="ctr">
              <a:lnSpc>
                <a:spcPct val="101000"/>
              </a:lnSpc>
            </a:pPr>
            <a:r>
              <a:rPr lang="pt-BR" sz="800" i="1" kern="50" noProof="0" dirty="0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Fonte: Relatório </a:t>
            </a:r>
            <a:r>
              <a:rPr lang="pt-BR" sz="800" i="1" kern="50" noProof="0" dirty="0" err="1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Aging</a:t>
            </a:r>
            <a:r>
              <a:rPr lang="pt-BR" sz="800" i="1" kern="50" noProof="0" dirty="0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pt-BR" sz="800" i="1" kern="50" noProof="0" dirty="0" err="1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and</a:t>
            </a:r>
            <a:r>
              <a:rPr lang="pt-BR" sz="800" i="1" kern="50" noProof="0" dirty="0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pt-BR" sz="800" i="1" kern="50" noProof="0" dirty="0" err="1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Dying</a:t>
            </a:r>
            <a:r>
              <a:rPr lang="pt-BR" sz="800" i="1" kern="50" noProof="0" dirty="0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 in </a:t>
            </a:r>
            <a:r>
              <a:rPr lang="pt-BR" sz="800" i="1" kern="50" noProof="0" dirty="0" err="1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Prison</a:t>
            </a:r>
            <a:r>
              <a:rPr lang="pt-BR" sz="800" i="1" kern="50" noProof="0" dirty="0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 do OCI e CHRC (Canadá, 2019)</a:t>
            </a:r>
            <a:endParaRPr lang="pt-BR" sz="800" i="1" kern="50" noProof="0" dirty="0">
              <a:solidFill>
                <a:schemeClr val="bg1"/>
              </a:solidFill>
              <a:effectLst/>
              <a:latin typeface="+mj-lt"/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1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9083" y="201491"/>
            <a:ext cx="8856984" cy="711247"/>
          </a:xfrm>
        </p:spPr>
        <p:txBody>
          <a:bodyPr/>
          <a:lstStyle/>
          <a:p>
            <a:r>
              <a:rPr lang="pt-BR" sz="2800" b="1" noProof="0" dirty="0">
                <a:solidFill>
                  <a:srgbClr val="000000"/>
                </a:solidFill>
                <a:latin typeface="High Tower Text" panose="02040502050506030303" pitchFamily="18" charset="0"/>
              </a:rPr>
              <a:t>INTRODUÇÃO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0" y="977902"/>
            <a:ext cx="3980982" cy="3725700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Aumento da longevidade humana (McCarthy, Wang, 2023; </a:t>
            </a:r>
            <a:r>
              <a:rPr lang="pt-BR" sz="1600" dirty="0" err="1">
                <a:solidFill>
                  <a:srgbClr val="000000"/>
                </a:solidFill>
              </a:rPr>
              <a:t>Atance</a:t>
            </a:r>
            <a:r>
              <a:rPr lang="pt-BR" sz="1600" dirty="0">
                <a:solidFill>
                  <a:srgbClr val="000000"/>
                </a:solidFill>
              </a:rPr>
              <a:t>, et al, 2024)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Envelhecimento da população prisional como fenômeno de alcance global (</a:t>
            </a:r>
            <a:r>
              <a:rPr lang="pt-BR" sz="1600" dirty="0" err="1">
                <a:solidFill>
                  <a:srgbClr val="000000"/>
                </a:solidFill>
              </a:rPr>
              <a:t>Crawley</a:t>
            </a:r>
            <a:r>
              <a:rPr lang="pt-BR" sz="1600" dirty="0">
                <a:solidFill>
                  <a:srgbClr val="000000"/>
                </a:solidFill>
              </a:rPr>
              <a:t>, Sparks, 2006)</a:t>
            </a:r>
            <a:endParaRPr lang="en-US" sz="1600" dirty="0">
              <a:solidFill>
                <a:srgbClr val="000000"/>
              </a:solidFill>
            </a:endParaRP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25% da população prisional federal do Canadá possui 50 anos ou mais (Canadá, 2019; </a:t>
            </a:r>
            <a:r>
              <a:rPr lang="pt-BR" sz="1600" dirty="0" err="1">
                <a:solidFill>
                  <a:srgbClr val="000000"/>
                </a:solidFill>
              </a:rPr>
              <a:t>Talisman</a:t>
            </a:r>
            <a:r>
              <a:rPr lang="pt-BR" sz="1600" dirty="0">
                <a:solidFill>
                  <a:srgbClr val="000000"/>
                </a:solidFill>
              </a:rPr>
              <a:t>; Giles; </a:t>
            </a:r>
            <a:r>
              <a:rPr lang="pt-BR" sz="1600" dirty="0" err="1">
                <a:solidFill>
                  <a:srgbClr val="000000"/>
                </a:solidFill>
              </a:rPr>
              <a:t>Pate</a:t>
            </a:r>
            <a:r>
              <a:rPr lang="pt-BR" sz="1600" dirty="0">
                <a:solidFill>
                  <a:srgbClr val="000000"/>
                </a:solidFill>
              </a:rPr>
              <a:t>-Green, 2025)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4F2580-A2E6-547A-E33A-F8372A053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" r="24755"/>
          <a:stretch>
            <a:fillRect/>
          </a:stretch>
        </p:blipFill>
        <p:spPr>
          <a:xfrm>
            <a:off x="4410421" y="545132"/>
            <a:ext cx="4464496" cy="39687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427D4AE-89FE-324D-6B61-631AFA972E6E}"/>
              </a:ext>
            </a:extLst>
          </p:cNvPr>
          <p:cNvSpPr/>
          <p:nvPr/>
        </p:nvSpPr>
        <p:spPr>
          <a:xfrm>
            <a:off x="4144598" y="4557583"/>
            <a:ext cx="5004048" cy="238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79070" algn="just">
              <a:lnSpc>
                <a:spcPct val="101000"/>
              </a:lnSpc>
            </a:pPr>
            <a:r>
              <a:rPr lang="en-US" sz="1000" i="1" kern="50" dirty="0"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Fonte: Foto de Ron Levine. In: Levine, R.; </a:t>
            </a:r>
            <a:r>
              <a:rPr lang="en-US" sz="1000" i="1" kern="50" dirty="0" err="1"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Wou</a:t>
            </a:r>
            <a:r>
              <a:rPr lang="en-US" sz="1000" i="1" kern="50" dirty="0"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, M. </a:t>
            </a:r>
            <a:r>
              <a:rPr lang="en-US" sz="1000" b="1" i="1" kern="50" dirty="0"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Prisoners of Age</a:t>
            </a:r>
            <a:r>
              <a:rPr lang="en-US" sz="1000" i="1" kern="50" dirty="0"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, 2000</a:t>
            </a:r>
            <a:endParaRPr lang="pt-BR" sz="1000" i="1" kern="50" dirty="0">
              <a:effectLst/>
              <a:latin typeface="+mj-lt"/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50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60" y="-44728"/>
            <a:ext cx="7560840" cy="857400"/>
          </a:xfrm>
        </p:spPr>
        <p:txBody>
          <a:bodyPr/>
          <a:lstStyle/>
          <a:p>
            <a:r>
              <a:rPr lang="pt-BR" sz="24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O PROBLEMA DE PESQUISA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-324544" y="807323"/>
            <a:ext cx="4236204" cy="4203109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noProof="0" dirty="0">
                <a:solidFill>
                  <a:srgbClr val="000000"/>
                </a:solidFill>
              </a:rPr>
              <a:t>Segundo </a:t>
            </a:r>
            <a:r>
              <a:rPr lang="pt-BR" sz="1400" noProof="0" dirty="0" err="1">
                <a:solidFill>
                  <a:srgbClr val="000000"/>
                </a:solidFill>
              </a:rPr>
              <a:t>Landreville</a:t>
            </a:r>
            <a:r>
              <a:rPr lang="pt-BR" sz="1400" noProof="0" dirty="0">
                <a:solidFill>
                  <a:srgbClr val="000000"/>
                </a:solidFill>
              </a:rPr>
              <a:t> e </a:t>
            </a:r>
            <a:r>
              <a:rPr lang="pt-BR" sz="1400" noProof="0" dirty="0" err="1">
                <a:solidFill>
                  <a:srgbClr val="000000"/>
                </a:solidFill>
              </a:rPr>
              <a:t>Laplante</a:t>
            </a:r>
            <a:r>
              <a:rPr lang="pt-BR" sz="1400" noProof="0" dirty="0">
                <a:solidFill>
                  <a:srgbClr val="000000"/>
                </a:solidFill>
              </a:rPr>
              <a:t> (1995) e </a:t>
            </a:r>
            <a:r>
              <a:rPr lang="pt-BR" sz="1400" noProof="0" dirty="0" err="1">
                <a:solidFill>
                  <a:srgbClr val="000000"/>
                </a:solidFill>
              </a:rPr>
              <a:t>Strimelle</a:t>
            </a:r>
            <a:r>
              <a:rPr lang="pt-BR" sz="1400" noProof="0" dirty="0">
                <a:solidFill>
                  <a:srgbClr val="000000"/>
                </a:solidFill>
              </a:rPr>
              <a:t> (2022), </a:t>
            </a:r>
            <a:r>
              <a:rPr lang="pt-BR" sz="1400" b="1" noProof="0" dirty="0">
                <a:solidFill>
                  <a:srgbClr val="000000"/>
                </a:solidFill>
              </a:rPr>
              <a:t>mudanças nas práticas judiciais</a:t>
            </a:r>
            <a:r>
              <a:rPr lang="pt-BR" sz="1400" noProof="0" dirty="0">
                <a:solidFill>
                  <a:srgbClr val="000000"/>
                </a:solidFill>
              </a:rPr>
              <a:t> e </a:t>
            </a:r>
            <a:r>
              <a:rPr lang="pt-BR" sz="1400" b="1" noProof="0" dirty="0">
                <a:solidFill>
                  <a:srgbClr val="000000"/>
                </a:solidFill>
              </a:rPr>
              <a:t>políticas de endurecimento punitivo</a:t>
            </a:r>
            <a:r>
              <a:rPr lang="pt-BR" sz="1400" noProof="0" dirty="0">
                <a:solidFill>
                  <a:srgbClr val="000000"/>
                </a:solidFill>
              </a:rPr>
              <a:t> impulsionaram o envelhecimento da população prisional canadense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000000"/>
                </a:solidFill>
              </a:rPr>
              <a:t>Para </a:t>
            </a:r>
            <a:r>
              <a:rPr lang="pt-BR" sz="1400" dirty="0" err="1">
                <a:solidFill>
                  <a:srgbClr val="000000"/>
                </a:solidFill>
              </a:rPr>
              <a:t>Strimelle</a:t>
            </a:r>
            <a:r>
              <a:rPr lang="pt-BR" sz="1400" dirty="0">
                <a:solidFill>
                  <a:srgbClr val="000000"/>
                </a:solidFill>
              </a:rPr>
              <a:t> (2022, p.5) ocorreu “</a:t>
            </a:r>
            <a:r>
              <a:rPr lang="pt-BR" sz="1400" noProof="0" dirty="0">
                <a:solidFill>
                  <a:srgbClr val="000000"/>
                </a:solidFill>
              </a:rPr>
              <a:t>um aumento da reação e da sensibilidade a certos comportamentos que não eram tão severamente punidos no passado”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noProof="0" dirty="0">
                <a:solidFill>
                  <a:srgbClr val="000000"/>
                </a:solidFill>
              </a:rPr>
              <a:t>Ainda que a literatura identifique tais fatores, falta uma análise sistemática e aprofundada que explicite seus mecanismos, alcance e grau de contribuição para o fenômeno analisado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400" noProof="0" dirty="0">
              <a:solidFill>
                <a:srgbClr val="000000"/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D5E376-8680-C3B6-C80C-C485AB120163}"/>
              </a:ext>
            </a:extLst>
          </p:cNvPr>
          <p:cNvSpPr/>
          <p:nvPr/>
        </p:nvSpPr>
        <p:spPr>
          <a:xfrm>
            <a:off x="4042594" y="994981"/>
            <a:ext cx="4697893" cy="3916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80340" marR="179070" algn="ctr">
              <a:lnSpc>
                <a:spcPct val="101000"/>
              </a:lnSpc>
            </a:pPr>
            <a:r>
              <a:rPr lang="pt-BR" sz="1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Porcentagem da População Prisional Federal Canadense por Grupo Etário  </a:t>
            </a:r>
          </a:p>
          <a:p>
            <a:pPr marL="180340" marR="179070" algn="ctr">
              <a:lnSpc>
                <a:spcPct val="101000"/>
              </a:lnSpc>
            </a:pPr>
            <a:r>
              <a:rPr lang="pt-BR" sz="1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(2004-2025)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B3DD271-08BA-AF67-D075-F427F6EC4B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60" y="1455396"/>
            <a:ext cx="5197349" cy="279857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B8AA362-757D-3706-0060-F2AFF798B818}"/>
              </a:ext>
            </a:extLst>
          </p:cNvPr>
          <p:cNvSpPr/>
          <p:nvPr/>
        </p:nvSpPr>
        <p:spPr>
          <a:xfrm>
            <a:off x="4110815" y="4322738"/>
            <a:ext cx="4799038" cy="22352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80340" marR="179070">
              <a:lnSpc>
                <a:spcPct val="101000"/>
              </a:lnSpc>
            </a:pPr>
            <a:r>
              <a:rPr lang="en-US" sz="9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Fonte: Talisman, Giles e Pate-Green (2025). Dados do CSC Data Warehouse </a:t>
            </a:r>
            <a:endParaRPr lang="pt-BR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16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-116225"/>
            <a:ext cx="7344816" cy="857400"/>
          </a:xfrm>
        </p:spPr>
        <p:txBody>
          <a:bodyPr/>
          <a:lstStyle/>
          <a:p>
            <a:r>
              <a:rPr lang="pt-BR" sz="2800" b="1" noProof="0" dirty="0">
                <a:solidFill>
                  <a:srgbClr val="000000"/>
                </a:solidFill>
                <a:latin typeface="High Tower Text" panose="02040502050506030303" pitchFamily="18" charset="0"/>
              </a:rPr>
              <a:t>METODOLOGIA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 dirty="0"/>
          </a:p>
        </p:txBody>
      </p:sp>
      <p:sp>
        <p:nvSpPr>
          <p:cNvPr id="6" name="Espaço Reservado para Texto 3"/>
          <p:cNvSpPr txBox="1">
            <a:spLocks/>
          </p:cNvSpPr>
          <p:nvPr/>
        </p:nvSpPr>
        <p:spPr>
          <a:xfrm>
            <a:off x="0" y="843558"/>
            <a:ext cx="4133472" cy="4032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Pesquisa de doutorado em andamento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noProof="0" dirty="0">
                <a:solidFill>
                  <a:srgbClr val="000000"/>
                </a:solidFill>
              </a:rPr>
              <a:t>Investigação empírica iniciada em setembro de 2025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Observações sistemáticas em diferentes frentes do sistema de justiça criminal do Canadá</a:t>
            </a:r>
            <a:endParaRPr lang="pt-BR" sz="1600" noProof="0" dirty="0">
              <a:solidFill>
                <a:srgbClr val="000000"/>
              </a:solidFill>
            </a:endParaRP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noProof="0" dirty="0">
                <a:solidFill>
                  <a:srgbClr val="000000"/>
                </a:solidFill>
              </a:rPr>
              <a:t>Entrevistas semiestruturadas com especialistas canadenses: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</a:rPr>
              <a:t>Acadêmicos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pt-BR" sz="1600" noProof="0" dirty="0">
                <a:solidFill>
                  <a:srgbClr val="000000"/>
                </a:solidFill>
              </a:rPr>
              <a:t>Agentes </a:t>
            </a:r>
            <a:r>
              <a:rPr lang="pt-BR" sz="1600" dirty="0">
                <a:solidFill>
                  <a:srgbClr val="000000"/>
                </a:solidFill>
              </a:rPr>
              <a:t>estatais</a:t>
            </a:r>
            <a:endParaRPr lang="pt-BR" sz="1600" noProof="0" dirty="0">
              <a:solidFill>
                <a:srgbClr val="000000"/>
              </a:solidFill>
            </a:endParaRP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pt-BR" sz="1600" noProof="0" dirty="0">
                <a:solidFill>
                  <a:srgbClr val="000000"/>
                </a:solidFill>
              </a:rPr>
              <a:t>Ativistas de Direitos Humanos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</a:rPr>
              <a:t>Figuras públicas</a:t>
            </a:r>
          </a:p>
          <a:p>
            <a:pPr marL="987425" indent="-273050" algn="just">
              <a:buFont typeface="Arial" panose="020B0604020202020204" pitchFamily="34" charset="0"/>
              <a:buChar char="•"/>
            </a:pPr>
            <a:endParaRPr lang="pt-BR" sz="1800" noProof="0" dirty="0">
              <a:solidFill>
                <a:srgbClr val="000000"/>
              </a:solidFill>
            </a:endParaRP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F0558772-E5D0-68CB-FD68-C556CD750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7949" y="843557"/>
            <a:ext cx="4133472" cy="4166875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Pesquisa documental (via ATIP):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</a:rPr>
              <a:t>Formulários, relatórios e sínteses de dados relacionados aos bastidores da formulação de políticas públicas específicas na área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Fontes secundárias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</a:rPr>
              <a:t>Estatísticas e relatórios governamentais publicizados em fontes abertas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Análise de conteúdo qualitativa (Bardin, 2011)</a:t>
            </a:r>
          </a:p>
          <a:p>
            <a:pPr marL="714375" indent="0">
              <a:buNone/>
            </a:pPr>
            <a:endParaRPr lang="pt-BR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48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504" y="0"/>
            <a:ext cx="8856984" cy="854507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ASPECTOS DEMOGRÁFICOS</a:t>
            </a:r>
            <a:endParaRPr lang="pt-BR" sz="2800" b="1" dirty="0">
              <a:solidFill>
                <a:srgbClr val="000000"/>
              </a:solidFill>
              <a:latin typeface="High Tower Text" panose="02040502050506030303" pitchFamily="18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-324544" y="987574"/>
            <a:ext cx="3240360" cy="3725700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noProof="0" dirty="0">
                <a:solidFill>
                  <a:srgbClr val="000000"/>
                </a:solidFill>
              </a:rPr>
              <a:t>A força do argumento demográfico (Lares; Montgomery, 2020; </a:t>
            </a:r>
            <a:r>
              <a:rPr lang="pt-BR" sz="1600" noProof="0" dirty="0" err="1">
                <a:solidFill>
                  <a:srgbClr val="000000"/>
                </a:solidFill>
              </a:rPr>
              <a:t>Baillargeon</a:t>
            </a:r>
            <a:r>
              <a:rPr lang="pt-BR" sz="1600" noProof="0" dirty="0">
                <a:solidFill>
                  <a:srgbClr val="000000"/>
                </a:solidFill>
              </a:rPr>
              <a:t>, 2023)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noProof="0" dirty="0">
                <a:solidFill>
                  <a:srgbClr val="000000"/>
                </a:solidFill>
              </a:rPr>
              <a:t>Dinâmicas de sub e sobrerrepresentação fazem cada população prisional ter características próprias, distintas da população geral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36D6B45-7C54-8123-4F61-9D97A097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63"/>
          <a:stretch>
            <a:fillRect/>
          </a:stretch>
        </p:blipFill>
        <p:spPr>
          <a:xfrm>
            <a:off x="3020888" y="849979"/>
            <a:ext cx="5943600" cy="3443542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49E6B7C-9B4C-BEBD-55D5-55AA4E92AE48}"/>
              </a:ext>
            </a:extLst>
          </p:cNvPr>
          <p:cNvSpPr/>
          <p:nvPr/>
        </p:nvSpPr>
        <p:spPr>
          <a:xfrm>
            <a:off x="3195163" y="4390743"/>
            <a:ext cx="6066045" cy="2089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80340" marR="179070">
              <a:lnSpc>
                <a:spcPct val="101000"/>
              </a:lnSpc>
            </a:pPr>
            <a:r>
              <a:rPr lang="en-US" sz="8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Fonte: </a:t>
            </a:r>
            <a:r>
              <a:rPr lang="en-US" sz="800" i="1" kern="50" dirty="0" err="1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Elaborado</a:t>
            </a:r>
            <a:r>
              <a:rPr lang="en-US" sz="8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 </a:t>
            </a:r>
            <a:r>
              <a:rPr lang="en-US" sz="800" i="1" kern="50" dirty="0" err="1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pelo</a:t>
            </a:r>
            <a:r>
              <a:rPr lang="en-US" sz="8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 </a:t>
            </a:r>
            <a:r>
              <a:rPr lang="en-US" sz="800" i="1" kern="50" dirty="0" err="1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autor</a:t>
            </a:r>
            <a:r>
              <a:rPr lang="en-US" sz="8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 a </a:t>
            </a:r>
            <a:r>
              <a:rPr lang="en-US" sz="800" i="1" kern="50" dirty="0" err="1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partir</a:t>
            </a:r>
            <a:r>
              <a:rPr lang="en-US" sz="8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 de dados </a:t>
            </a:r>
            <a:r>
              <a:rPr lang="en-US" sz="800" i="1" kern="50" dirty="0" err="1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secundários</a:t>
            </a:r>
            <a:r>
              <a:rPr lang="en-US" sz="8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 (</a:t>
            </a:r>
            <a:r>
              <a:rPr lang="en-US" sz="800" i="1" kern="50" dirty="0" err="1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Canadá</a:t>
            </a:r>
            <a:r>
              <a:rPr lang="en-US" sz="8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, 2018; PopulationPyramid.net., 2018)</a:t>
            </a:r>
            <a:endParaRPr lang="pt-BR" sz="1200" dirty="0">
              <a:solidFill>
                <a:schemeClr val="tx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63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DCA65-5F98-7F6A-7C29-B365C28B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BD640-9BD2-1F00-96CA-4C89B6E1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0"/>
            <a:ext cx="8856984" cy="854507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O CANADÁ NO CONTEXTO DO NORTE GLOBAL</a:t>
            </a:r>
            <a:endParaRPr lang="pt-BR" sz="2800" b="1" dirty="0">
              <a:solidFill>
                <a:srgbClr val="000000"/>
              </a:solidFill>
              <a:latin typeface="High Tower Text" panose="02040502050506030303" pitchFamily="18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3523A6-5F4D-9E6A-C8DB-78F6A2EB5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24544" y="987574"/>
            <a:ext cx="3240360" cy="3725700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noProof="0" dirty="0">
                <a:solidFill>
                  <a:srgbClr val="000000"/>
                </a:solidFill>
              </a:rPr>
              <a:t>Os números variam conforme as dinâmicas históricas e sociais de cada país — sobretudo na resposta à virada punitiva global (</a:t>
            </a:r>
            <a:r>
              <a:rPr lang="de-DE" sz="1600" noProof="0" dirty="0">
                <a:solidFill>
                  <a:srgbClr val="000000"/>
                </a:solidFill>
              </a:rPr>
              <a:t>Garland, 2014; Wacquant, 1999, 2003</a:t>
            </a:r>
            <a:r>
              <a:rPr lang="pt-BR" sz="1600" noProof="0" dirty="0">
                <a:solidFill>
                  <a:srgbClr val="000000"/>
                </a:solidFill>
              </a:rPr>
              <a:t>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O envelhecimento prisional não decorre exclusivamente do envelhecimento demográfico geral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800" dirty="0">
              <a:solidFill>
                <a:srgbClr val="000000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A288DD-EC18-FE6A-ED85-85377DCC5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3502E64-408E-2B0F-867B-F19F4064CA5F}"/>
              </a:ext>
            </a:extLst>
          </p:cNvPr>
          <p:cNvSpPr/>
          <p:nvPr/>
        </p:nvSpPr>
        <p:spPr>
          <a:xfrm>
            <a:off x="4253026" y="4018966"/>
            <a:ext cx="3600400" cy="3332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80340" marR="179070" algn="ctr">
              <a:lnSpc>
                <a:spcPct val="101000"/>
              </a:lnSpc>
            </a:pPr>
            <a:r>
              <a:rPr lang="pt-BR" sz="800" i="1" kern="50" noProof="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Fonte: Elaborado pelo autor a partir de dados governamentais</a:t>
            </a:r>
          </a:p>
          <a:p>
            <a:pPr marL="180340" marR="179070" algn="ctr">
              <a:lnSpc>
                <a:spcPct val="101000"/>
              </a:lnSpc>
            </a:pPr>
            <a:r>
              <a:rPr lang="pt-BR" sz="800" i="1" kern="5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* Quadro ainda em fase de construção e validação</a:t>
            </a:r>
            <a:endParaRPr lang="pt-BR" sz="800" i="1" kern="50" noProof="0" dirty="0">
              <a:solidFill>
                <a:schemeClr val="tx2">
                  <a:lumMod val="10000"/>
                </a:schemeClr>
              </a:solidFill>
              <a:ea typeface="SimSun" panose="02010600030101010101" pitchFamily="2" charset="-122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C168E32-CEC0-0F3B-C1B6-ECEF58A53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943529"/>
              </p:ext>
            </p:extLst>
          </p:nvPr>
        </p:nvGraphicFramePr>
        <p:xfrm>
          <a:off x="3136170" y="1382183"/>
          <a:ext cx="5834112" cy="25857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44704">
                  <a:extLst>
                    <a:ext uri="{9D8B030D-6E8A-4147-A177-3AD203B41FA5}">
                      <a16:colId xmlns:a16="http://schemas.microsoft.com/office/drawing/2014/main" val="3169371841"/>
                    </a:ext>
                  </a:extLst>
                </a:gridCol>
                <a:gridCol w="1944704">
                  <a:extLst>
                    <a:ext uri="{9D8B030D-6E8A-4147-A177-3AD203B41FA5}">
                      <a16:colId xmlns:a16="http://schemas.microsoft.com/office/drawing/2014/main" val="1951599746"/>
                    </a:ext>
                  </a:extLst>
                </a:gridCol>
                <a:gridCol w="1944704">
                  <a:extLst>
                    <a:ext uri="{9D8B030D-6E8A-4147-A177-3AD203B41FA5}">
                      <a16:colId xmlns:a16="http://schemas.microsoft.com/office/drawing/2014/main" val="3632489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b="1" kern="100" dirty="0">
                          <a:solidFill>
                            <a:srgbClr val="181717"/>
                          </a:solidFill>
                          <a:effectLst/>
                          <a:latin typeface="+mn-lt"/>
                        </a:rPr>
                        <a:t>País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b="1" kern="100" dirty="0">
                          <a:solidFill>
                            <a:srgbClr val="181717"/>
                          </a:solidFill>
                          <a:effectLst/>
                          <a:latin typeface="+mn-lt"/>
                        </a:rPr>
                        <a:t>Porcentagem de pessoas com 50 anos ou mais na população em geral (2025)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b="1" kern="100" dirty="0">
                          <a:solidFill>
                            <a:srgbClr val="181717"/>
                          </a:solidFill>
                          <a:effectLst/>
                          <a:latin typeface="+mn-lt"/>
                        </a:rPr>
                        <a:t>Porcentagem de pessoas com 50 anos ou mais na população prisional (2025)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65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buNone/>
                        <a:tabLst>
                          <a:tab pos="1295400" algn="l"/>
                        </a:tabLst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</a:rPr>
                        <a:t>Canada (federal)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34,5%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25%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3434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488" indent="0" algn="ctr" fontAlgn="base">
                        <a:buNone/>
                        <a:tabLst>
                          <a:tab pos="1295400" algn="l"/>
                        </a:tabLst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</a:rPr>
                        <a:t>Estados Unidos	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36%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24%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437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</a:rPr>
                        <a:t>Reino Unido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38%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18%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5666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</a:rPr>
                        <a:t>Noruega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47,6%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21%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24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</a:rPr>
                        <a:t>Suécia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39%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pt-BR" sz="1200" kern="100" dirty="0">
                          <a:solidFill>
                            <a:srgbClr val="181717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egoe UI" panose="020B0502040204020203" pitchFamily="34" charset="0"/>
                        </a:rPr>
                        <a:t>12%</a:t>
                      </a:r>
                      <a:endParaRPr lang="pt-BR" sz="1200" kern="1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636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377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229A3-8E59-D7E8-3832-D141C245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39650-EA1F-34BA-F862-268F103C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49223"/>
            <a:ext cx="5112568" cy="854507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O IMPACTO DAS “</a:t>
            </a:r>
            <a:r>
              <a:rPr lang="en-US" sz="2800" b="1" i="1" dirty="0">
                <a:solidFill>
                  <a:srgbClr val="000000"/>
                </a:solidFill>
                <a:latin typeface="High Tower Text" panose="02040502050506030303" pitchFamily="18" charset="0"/>
              </a:rPr>
              <a:t>LIFE SENTENCES”</a:t>
            </a:r>
            <a:endParaRPr lang="pt-BR" sz="2800" b="1" dirty="0">
              <a:solidFill>
                <a:srgbClr val="000000"/>
              </a:solidFill>
              <a:latin typeface="High Tower Text" panose="02040502050506030303" pitchFamily="18" charset="0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A409BF-3997-19A4-BCAC-057E300C08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F256DCE-7EC0-F30E-14D9-882EE4FFA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248" y="1"/>
            <a:ext cx="4110751" cy="5092030"/>
          </a:xfrm>
          <a:prstGeom prst="rect">
            <a:avLst/>
          </a:prstGeom>
        </p:spPr>
      </p:pic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95883D47-6C0B-6D96-22B1-B2DFFE2D7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24544" y="987574"/>
            <a:ext cx="5112568" cy="3725700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Em 2019, 50,3% das pessoas presas com 50 anos ou mais cumpriam </a:t>
            </a:r>
            <a:r>
              <a:rPr lang="pt-BR" sz="1600" i="1" dirty="0" err="1">
                <a:solidFill>
                  <a:srgbClr val="000000"/>
                </a:solidFill>
              </a:rPr>
              <a:t>life</a:t>
            </a:r>
            <a:r>
              <a:rPr lang="pt-BR" sz="1600" i="1" dirty="0">
                <a:solidFill>
                  <a:srgbClr val="000000"/>
                </a:solidFill>
              </a:rPr>
              <a:t> </a:t>
            </a:r>
            <a:r>
              <a:rPr lang="pt-BR" sz="1600" i="1" dirty="0" err="1">
                <a:solidFill>
                  <a:srgbClr val="000000"/>
                </a:solidFill>
              </a:rPr>
              <a:t>sentence</a:t>
            </a:r>
            <a:r>
              <a:rPr lang="pt-BR" sz="1600" dirty="0">
                <a:solidFill>
                  <a:srgbClr val="000000"/>
                </a:solidFill>
              </a:rPr>
              <a:t> (Canadá, 2019)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b="1" i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Life </a:t>
            </a:r>
            <a:r>
              <a:rPr lang="pt-BR" sz="1600" b="1" i="1" dirty="0" err="1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sentence</a:t>
            </a:r>
            <a:r>
              <a:rPr lang="pt-BR" sz="1600" b="1" i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1600" b="1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≠ Prisão Perpétua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Envelhecer atrás das grades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</a:rPr>
              <a:t>Mesmo com a estabilização do encarceramento geral, cresceu o número de pessoas que envelheceram nas prisões canadenses (</a:t>
            </a:r>
            <a:r>
              <a:rPr lang="pt-BR" sz="1600" dirty="0" err="1">
                <a:solidFill>
                  <a:srgbClr val="000000"/>
                </a:solidFill>
              </a:rPr>
              <a:t>Iftene</a:t>
            </a:r>
            <a:r>
              <a:rPr lang="pt-BR" sz="1600" dirty="0">
                <a:solidFill>
                  <a:srgbClr val="000000"/>
                </a:solidFill>
              </a:rPr>
              <a:t>, 2019, p. 11)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</a:rPr>
              <a:t>12% das pessoas idosas no sistema federal passaram pelo menos </a:t>
            </a:r>
            <a:r>
              <a:rPr lang="pt-BR" sz="1600" b="1" dirty="0">
                <a:solidFill>
                  <a:srgbClr val="000000"/>
                </a:solidFill>
              </a:rPr>
              <a:t>20 anos </a:t>
            </a:r>
            <a:r>
              <a:rPr lang="pt-BR" sz="1600" dirty="0">
                <a:solidFill>
                  <a:srgbClr val="000000"/>
                </a:solidFill>
              </a:rPr>
              <a:t>encarcerados (Canadá, 2019)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000000"/>
              </a:solidFill>
            </a:endParaRP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68AE495-E772-A487-FFA2-D04D43197DA9}"/>
              </a:ext>
            </a:extLst>
          </p:cNvPr>
          <p:cNvSpPr/>
          <p:nvPr/>
        </p:nvSpPr>
        <p:spPr>
          <a:xfrm>
            <a:off x="4932040" y="4202814"/>
            <a:ext cx="1440160" cy="64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79070" algn="just">
              <a:lnSpc>
                <a:spcPct val="101000"/>
              </a:lnSpc>
            </a:pPr>
            <a:r>
              <a:rPr lang="pt-BR" sz="900" i="1" kern="50" noProof="0" dirty="0">
                <a:solidFill>
                  <a:schemeClr val="bg1"/>
                </a:solidFill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Fonte: Relatório anual 2023-2024 do OCI (Canadá, 2024)</a:t>
            </a:r>
            <a:endParaRPr lang="pt-BR" sz="900" i="1" kern="50" noProof="0" dirty="0">
              <a:solidFill>
                <a:schemeClr val="bg1"/>
              </a:solidFill>
              <a:effectLst/>
              <a:latin typeface="+mj-lt"/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47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123478"/>
            <a:ext cx="7200800" cy="799454"/>
          </a:xfrm>
        </p:spPr>
        <p:txBody>
          <a:bodyPr/>
          <a:lstStyle/>
          <a:p>
            <a:r>
              <a:rPr lang="pt-BR" sz="24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DA ABOLIÇÃO DA PENA DE MORTE À LIFE SENTENCE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BA598F56-8EEE-07B2-38ED-EAF783856C85}"/>
              </a:ext>
            </a:extLst>
          </p:cNvPr>
          <p:cNvSpPr txBox="1">
            <a:spLocks/>
          </p:cNvSpPr>
          <p:nvPr/>
        </p:nvSpPr>
        <p:spPr>
          <a:xfrm>
            <a:off x="4716015" y="731998"/>
            <a:ext cx="4042269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Lato"/>
              <a:buChar char="▷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○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■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700" noProof="0" dirty="0">
                <a:solidFill>
                  <a:srgbClr val="000000"/>
                </a:solidFill>
              </a:rPr>
              <a:t>Fim da pena de morte em 1976 e a instituição da </a:t>
            </a:r>
            <a:r>
              <a:rPr lang="pt-BR" sz="1700" i="1" noProof="0" dirty="0" err="1">
                <a:solidFill>
                  <a:srgbClr val="000000"/>
                </a:solidFill>
              </a:rPr>
              <a:t>mandatory</a:t>
            </a:r>
            <a:r>
              <a:rPr lang="pt-BR" sz="1700" i="1" noProof="0" dirty="0">
                <a:solidFill>
                  <a:srgbClr val="000000"/>
                </a:solidFill>
              </a:rPr>
              <a:t> </a:t>
            </a:r>
            <a:r>
              <a:rPr lang="pt-BR" sz="1700" i="1" noProof="0" dirty="0" err="1">
                <a:solidFill>
                  <a:srgbClr val="000000"/>
                </a:solidFill>
              </a:rPr>
              <a:t>life</a:t>
            </a:r>
            <a:r>
              <a:rPr lang="pt-BR" sz="1700" i="1" noProof="0" dirty="0">
                <a:solidFill>
                  <a:srgbClr val="000000"/>
                </a:solidFill>
              </a:rPr>
              <a:t> </a:t>
            </a:r>
            <a:r>
              <a:rPr lang="pt-BR" sz="1700" i="1" noProof="0" dirty="0" err="1">
                <a:solidFill>
                  <a:srgbClr val="000000"/>
                </a:solidFill>
              </a:rPr>
              <a:t>sentence</a:t>
            </a:r>
            <a:r>
              <a:rPr lang="pt-BR" sz="1700" noProof="0" dirty="0">
                <a:solidFill>
                  <a:srgbClr val="000000"/>
                </a:solidFill>
              </a:rPr>
              <a:t> e </a:t>
            </a:r>
            <a:r>
              <a:rPr lang="pt-BR" sz="1700" i="1" noProof="0" dirty="0" err="1">
                <a:solidFill>
                  <a:srgbClr val="000000"/>
                </a:solidFill>
              </a:rPr>
              <a:t>mandatory</a:t>
            </a:r>
            <a:r>
              <a:rPr lang="pt-BR" sz="1700" i="1" noProof="0" dirty="0">
                <a:solidFill>
                  <a:srgbClr val="000000"/>
                </a:solidFill>
              </a:rPr>
              <a:t> </a:t>
            </a:r>
            <a:r>
              <a:rPr lang="pt-BR" sz="1700" i="1" noProof="0" dirty="0" err="1">
                <a:solidFill>
                  <a:srgbClr val="000000"/>
                </a:solidFill>
              </a:rPr>
              <a:t>minimum</a:t>
            </a:r>
            <a:r>
              <a:rPr lang="pt-BR" sz="1700" i="1" noProof="0" dirty="0">
                <a:solidFill>
                  <a:srgbClr val="000000"/>
                </a:solidFill>
              </a:rPr>
              <a:t> </a:t>
            </a:r>
            <a:r>
              <a:rPr lang="pt-BR" sz="1700" i="1" noProof="0" dirty="0" err="1">
                <a:solidFill>
                  <a:srgbClr val="000000"/>
                </a:solidFill>
              </a:rPr>
              <a:t>penalty</a:t>
            </a:r>
            <a:r>
              <a:rPr lang="pt-BR" sz="1700" noProof="0" dirty="0">
                <a:solidFill>
                  <a:srgbClr val="000000"/>
                </a:solidFill>
              </a:rPr>
              <a:t> para determinados crimes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700" dirty="0">
                <a:solidFill>
                  <a:srgbClr val="000000"/>
                </a:solidFill>
              </a:rPr>
              <a:t>Net </a:t>
            </a:r>
            <a:r>
              <a:rPr lang="pt-BR" sz="1700" dirty="0" err="1">
                <a:solidFill>
                  <a:srgbClr val="000000"/>
                </a:solidFill>
              </a:rPr>
              <a:t>widening</a:t>
            </a:r>
            <a:r>
              <a:rPr lang="pt-BR" sz="1700" dirty="0">
                <a:solidFill>
                  <a:srgbClr val="000000"/>
                </a:solidFill>
              </a:rPr>
              <a:t> ou expansão da rede de punição e vigilância (Cohen, 1987)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700" b="1" dirty="0">
              <a:solidFill>
                <a:srgbClr val="000000"/>
              </a:solidFill>
            </a:endParaRPr>
          </a:p>
          <a:p>
            <a:pPr marL="363538" indent="0">
              <a:buFont typeface="Lato"/>
              <a:buNone/>
            </a:pPr>
            <a:endParaRPr lang="pt-BR" sz="17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1053651-7788-006C-7250-E341D6D02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4559"/>
            <a:ext cx="3804841" cy="3725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85113B1-ACA1-E66F-BC88-65B2A967D013}"/>
              </a:ext>
            </a:extLst>
          </p:cNvPr>
          <p:cNvSpPr/>
          <p:nvPr/>
        </p:nvSpPr>
        <p:spPr>
          <a:xfrm>
            <a:off x="1259633" y="4710259"/>
            <a:ext cx="2304256" cy="393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79070" algn="just">
              <a:lnSpc>
                <a:spcPct val="101000"/>
              </a:lnSpc>
            </a:pPr>
            <a:r>
              <a:rPr lang="en-US" sz="1000" i="1" kern="50" dirty="0"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Fonte: Canadian History </a:t>
            </a:r>
            <a:r>
              <a:rPr lang="en-US" sz="1000" i="1" kern="50" dirty="0" err="1">
                <a:latin typeface="+mj-lt"/>
                <a:ea typeface="SimSun" panose="02010600030101010101" pitchFamily="2" charset="-122"/>
                <a:cs typeface="Tahoma" panose="020B0604030504040204" pitchFamily="34" charset="0"/>
              </a:rPr>
              <a:t>Ehx</a:t>
            </a:r>
            <a:endParaRPr lang="en-US" sz="1000" i="1" kern="50" dirty="0">
              <a:latin typeface="+mj-lt"/>
              <a:ea typeface="SimSun" panose="02010600030101010101" pitchFamily="2" charset="-122"/>
              <a:cs typeface="Tahoma" panose="020B0604030504040204" pitchFamily="34" charset="0"/>
            </a:endParaRPr>
          </a:p>
          <a:p>
            <a:pPr marL="180340" marR="179070" algn="just">
              <a:lnSpc>
                <a:spcPct val="101000"/>
              </a:lnSpc>
            </a:pPr>
            <a:endParaRPr lang="pt-BR" sz="1000" i="1" kern="50" dirty="0">
              <a:effectLst/>
              <a:latin typeface="+mj-lt"/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902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F249-5773-E64E-073E-D87FCC32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48914-E043-D9DE-5C19-9DF5EEB5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5" y="-125402"/>
            <a:ext cx="7724999" cy="857400"/>
          </a:xfrm>
        </p:spPr>
        <p:txBody>
          <a:bodyPr/>
          <a:lstStyle/>
          <a:p>
            <a:r>
              <a:rPr lang="pt-BR" sz="24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POLÍTICAS DE ENDURECIMENTO DA LEI PENAL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3FFA80-DF92-7F48-310E-DF9A60D793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B8EA12A4-4EB0-10BB-D2A5-E180CAF6B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4303" y="870152"/>
            <a:ext cx="4102247" cy="4166875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Leis orientadas sob a perspectiva do </a:t>
            </a:r>
            <a:r>
              <a:rPr lang="pt-BR" sz="1600" i="1" dirty="0" err="1">
                <a:solidFill>
                  <a:srgbClr val="000000"/>
                </a:solidFill>
              </a:rPr>
              <a:t>Tough</a:t>
            </a:r>
            <a:r>
              <a:rPr lang="pt-BR" sz="1600" i="1" dirty="0">
                <a:solidFill>
                  <a:srgbClr val="000000"/>
                </a:solidFill>
              </a:rPr>
              <a:t> </a:t>
            </a:r>
            <a:r>
              <a:rPr lang="pt-BR" sz="1600" i="1" dirty="0" err="1">
                <a:solidFill>
                  <a:srgbClr val="000000"/>
                </a:solidFill>
              </a:rPr>
              <a:t>on</a:t>
            </a:r>
            <a:r>
              <a:rPr lang="pt-BR" sz="1600" i="1" dirty="0">
                <a:solidFill>
                  <a:srgbClr val="000000"/>
                </a:solidFill>
              </a:rPr>
              <a:t> crime</a:t>
            </a:r>
            <a:r>
              <a:rPr lang="pt-BR" sz="1600" dirty="0">
                <a:solidFill>
                  <a:srgbClr val="000000"/>
                </a:solidFill>
              </a:rPr>
              <a:t>: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00000"/>
                </a:solidFill>
              </a:rPr>
              <a:t>The Safe Streets and Communities Act (2012)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00000"/>
                </a:solidFill>
              </a:rPr>
              <a:t>Tougher Penalties for Child Predators Act (2015)</a:t>
            </a:r>
          </a:p>
          <a:p>
            <a:pPr marL="987425" indent="-2730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00000"/>
                </a:solidFill>
              </a:rPr>
              <a:t>The Bail and Sentencing Reform Act (2026)</a:t>
            </a:r>
            <a:endParaRPr lang="pt-BR" sz="1600" i="1" dirty="0">
              <a:solidFill>
                <a:srgbClr val="000000"/>
              </a:solidFill>
            </a:endParaRP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Virada punitiva do Canadá x Estados Unidos</a:t>
            </a:r>
          </a:p>
          <a:p>
            <a:pPr marL="714375" indent="0">
              <a:buNone/>
            </a:pPr>
            <a:endParaRPr lang="pt-BR" sz="1600" dirty="0">
              <a:solidFill>
                <a:srgbClr val="000000"/>
              </a:solidFill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9585B59-6B97-DFDE-13A3-D1529CE85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2"/>
          <a:stretch>
            <a:fillRect/>
          </a:stretch>
        </p:blipFill>
        <p:spPr>
          <a:xfrm>
            <a:off x="4232847" y="1131590"/>
            <a:ext cx="4522078" cy="29495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717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51F9-514C-FB0D-2E30-ACB03DC1E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2312D-7C63-0CD8-DF90-EC285E042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36" y="254248"/>
            <a:ext cx="8856984" cy="557348"/>
          </a:xfrm>
        </p:spPr>
        <p:txBody>
          <a:bodyPr/>
          <a:lstStyle/>
          <a:p>
            <a:r>
              <a:rPr lang="en-US" sz="24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MUDANÇA NAS PRÁTICAS JUDICIAIS</a:t>
            </a:r>
            <a:endParaRPr lang="pt-BR" sz="2400" b="1" dirty="0">
              <a:solidFill>
                <a:srgbClr val="000000"/>
              </a:solidFill>
              <a:latin typeface="High Tower Text" panose="02040502050506030303" pitchFamily="18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D78152-E657-ACFE-7098-FA1D3C2A7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24544" y="811596"/>
            <a:ext cx="3384376" cy="3725700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000000"/>
                </a:solidFill>
              </a:rPr>
              <a:t>A pena privativa de liberdade tornou-se a resposta padrão, e não a exceção, no julgamento de pessoas idosas (</a:t>
            </a:r>
            <a:r>
              <a:rPr lang="pt-BR" sz="1400" dirty="0" err="1">
                <a:solidFill>
                  <a:srgbClr val="000000"/>
                </a:solidFill>
              </a:rPr>
              <a:t>Iftene</a:t>
            </a:r>
            <a:r>
              <a:rPr lang="pt-BR" sz="1400" dirty="0">
                <a:solidFill>
                  <a:srgbClr val="000000"/>
                </a:solidFill>
              </a:rPr>
              <a:t>, </a:t>
            </a:r>
            <a:r>
              <a:rPr lang="pt-BR" sz="1400" dirty="0" err="1">
                <a:solidFill>
                  <a:srgbClr val="000000"/>
                </a:solidFill>
              </a:rPr>
              <a:t>Hearns</a:t>
            </a:r>
            <a:r>
              <a:rPr lang="pt-BR" sz="1400" dirty="0">
                <a:solidFill>
                  <a:srgbClr val="000000"/>
                </a:solidFill>
              </a:rPr>
              <a:t>, 2025)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000000"/>
                </a:solidFill>
              </a:rPr>
              <a:t>No estudo empírico com idosos (50+ anos) na província de Nova Escócia (2013-2020), 81% das decisões analisadas resultaram na aplicação da pena de prisão (</a:t>
            </a:r>
            <a:r>
              <a:rPr lang="pt-BR" sz="1400" dirty="0" err="1">
                <a:solidFill>
                  <a:srgbClr val="000000"/>
                </a:solidFill>
              </a:rPr>
              <a:t>Iftene</a:t>
            </a:r>
            <a:r>
              <a:rPr lang="pt-BR" sz="1400" dirty="0">
                <a:solidFill>
                  <a:srgbClr val="000000"/>
                </a:solidFill>
              </a:rPr>
              <a:t>, </a:t>
            </a:r>
            <a:r>
              <a:rPr lang="pt-BR" sz="1400" dirty="0" err="1">
                <a:solidFill>
                  <a:srgbClr val="000000"/>
                </a:solidFill>
              </a:rPr>
              <a:t>Hearns</a:t>
            </a:r>
            <a:r>
              <a:rPr lang="pt-BR" sz="1400" dirty="0">
                <a:solidFill>
                  <a:srgbClr val="000000"/>
                </a:solidFill>
              </a:rPr>
              <a:t>, 2025, p.62)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400" dirty="0">
              <a:solidFill>
                <a:srgbClr val="000000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DBBAAC-6C1C-E108-5355-037BC46E86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10CC63-3D94-9973-1208-52BE1D5EB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842" y="1195854"/>
            <a:ext cx="4780655" cy="27517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0711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8D73-922E-507F-07EC-C0AB418C7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8AAF3-5015-0514-FEF2-B94A9A0B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36" y="254248"/>
            <a:ext cx="8856984" cy="557348"/>
          </a:xfrm>
        </p:spPr>
        <p:txBody>
          <a:bodyPr/>
          <a:lstStyle/>
          <a:p>
            <a:r>
              <a:rPr lang="en-US" sz="2400" b="1" i="1" dirty="0">
                <a:solidFill>
                  <a:srgbClr val="000000"/>
                </a:solidFill>
                <a:latin typeface="High Tower Text" panose="02040502050506030303" pitchFamily="18" charset="0"/>
              </a:rPr>
              <a:t>PAROLE</a:t>
            </a:r>
            <a:r>
              <a:rPr lang="en-US" sz="24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 E O SISTEMA DE AVALIAÇÃO DE RISCOS</a:t>
            </a:r>
            <a:endParaRPr lang="pt-BR" sz="2400" b="1" dirty="0">
              <a:solidFill>
                <a:srgbClr val="000000"/>
              </a:solidFill>
              <a:latin typeface="High Tower Text" panose="02040502050506030303" pitchFamily="18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FF9100-6045-82A9-2BC1-A03E968BA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6512" y="811596"/>
            <a:ext cx="4608512" cy="3725700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000000"/>
                </a:solidFill>
              </a:rPr>
              <a:t>Manutenção da prisão após a elegibilidade para a liberdade condicional (</a:t>
            </a:r>
            <a:r>
              <a:rPr lang="pt-BR" sz="1400" i="1" dirty="0">
                <a:solidFill>
                  <a:srgbClr val="000000"/>
                </a:solidFill>
              </a:rPr>
              <a:t>parole</a:t>
            </a:r>
            <a:r>
              <a:rPr lang="pt-BR" sz="1400" dirty="0">
                <a:solidFill>
                  <a:srgbClr val="000000"/>
                </a:solidFill>
              </a:rPr>
              <a:t>) (Canadá, 2019, p.20)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000000"/>
                </a:solidFill>
              </a:rPr>
              <a:t>Mudanças frequentes dos oficiais de condicional (</a:t>
            </a:r>
            <a:r>
              <a:rPr lang="pt-BR" sz="1400" i="1" dirty="0">
                <a:solidFill>
                  <a:srgbClr val="000000"/>
                </a:solidFill>
              </a:rPr>
              <a:t>parole </a:t>
            </a:r>
            <a:r>
              <a:rPr lang="pt-BR" sz="1400" i="1" dirty="0" err="1">
                <a:solidFill>
                  <a:srgbClr val="000000"/>
                </a:solidFill>
              </a:rPr>
              <a:t>officers</a:t>
            </a:r>
            <a:r>
              <a:rPr lang="pt-BR" sz="1400" dirty="0">
                <a:solidFill>
                  <a:srgbClr val="000000"/>
                </a:solidFill>
              </a:rPr>
              <a:t>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000000"/>
                </a:solidFill>
              </a:rPr>
              <a:t>Programas não adaptados às necessidades das pessoas idosas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000000"/>
                </a:solidFill>
              </a:rPr>
              <a:t>Alzheimer e demência vistos como agressividade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000000"/>
                </a:solidFill>
              </a:rPr>
              <a:t>Muitas </a:t>
            </a:r>
            <a:r>
              <a:rPr lang="pt-BR" sz="1400" i="1" dirty="0" err="1">
                <a:solidFill>
                  <a:srgbClr val="000000"/>
                </a:solidFill>
              </a:rPr>
              <a:t>halfway</a:t>
            </a:r>
            <a:r>
              <a:rPr lang="pt-BR" sz="1400" i="1" dirty="0">
                <a:solidFill>
                  <a:srgbClr val="000000"/>
                </a:solidFill>
              </a:rPr>
              <a:t> </a:t>
            </a:r>
            <a:r>
              <a:rPr lang="pt-BR" sz="1400" i="1" dirty="0" err="1">
                <a:solidFill>
                  <a:srgbClr val="000000"/>
                </a:solidFill>
              </a:rPr>
              <a:t>houses</a:t>
            </a:r>
            <a:r>
              <a:rPr lang="pt-BR" sz="1400" i="1" dirty="0">
                <a:solidFill>
                  <a:srgbClr val="000000"/>
                </a:solidFill>
              </a:rPr>
              <a:t> </a:t>
            </a:r>
            <a:r>
              <a:rPr lang="pt-BR" sz="1400" dirty="0">
                <a:solidFill>
                  <a:srgbClr val="000000"/>
                </a:solidFill>
              </a:rPr>
              <a:t>não estão preparadas para receber idosos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i="1" dirty="0" err="1">
                <a:solidFill>
                  <a:srgbClr val="000000"/>
                </a:solidFill>
              </a:rPr>
              <a:t>Retirement</a:t>
            </a:r>
            <a:r>
              <a:rPr lang="pt-BR" sz="1400" i="1" dirty="0">
                <a:solidFill>
                  <a:srgbClr val="000000"/>
                </a:solidFill>
              </a:rPr>
              <a:t> </a:t>
            </a:r>
            <a:r>
              <a:rPr lang="pt-BR" sz="1400" i="1" dirty="0" err="1">
                <a:solidFill>
                  <a:srgbClr val="000000"/>
                </a:solidFill>
              </a:rPr>
              <a:t>houses</a:t>
            </a:r>
            <a:r>
              <a:rPr lang="pt-BR" sz="1400" i="1" dirty="0">
                <a:solidFill>
                  <a:srgbClr val="000000"/>
                </a:solidFill>
              </a:rPr>
              <a:t> </a:t>
            </a:r>
            <a:r>
              <a:rPr lang="pt-BR" sz="1400" dirty="0">
                <a:solidFill>
                  <a:srgbClr val="000000"/>
                </a:solidFill>
              </a:rPr>
              <a:t>dificultam a admissão de quem tem antecedentes criminais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400" i="1" dirty="0" err="1">
                <a:solidFill>
                  <a:srgbClr val="000000"/>
                </a:solidFill>
              </a:rPr>
              <a:t>Compassionate</a:t>
            </a:r>
            <a:r>
              <a:rPr lang="pt-BR" sz="1400" i="1" dirty="0">
                <a:solidFill>
                  <a:srgbClr val="000000"/>
                </a:solidFill>
              </a:rPr>
              <a:t> release (</a:t>
            </a:r>
            <a:r>
              <a:rPr lang="pt-BR" sz="1400" dirty="0">
                <a:solidFill>
                  <a:srgbClr val="000000"/>
                </a:solidFill>
              </a:rPr>
              <a:t>liberação humanitária</a:t>
            </a:r>
            <a:r>
              <a:rPr lang="pt-BR" sz="1400" i="1" dirty="0">
                <a:solidFill>
                  <a:srgbClr val="000000"/>
                </a:solidFill>
              </a:rPr>
              <a:t>)</a:t>
            </a:r>
            <a:r>
              <a:rPr lang="pt-BR" sz="1400" dirty="0">
                <a:solidFill>
                  <a:srgbClr val="000000"/>
                </a:solidFill>
              </a:rPr>
              <a:t> com pouca efetividade prática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000000"/>
              </a:solidFill>
            </a:endParaRPr>
          </a:p>
          <a:p>
            <a:pPr marL="715963" indent="-352425">
              <a:buFont typeface="Wingdings" panose="05000000000000000000" pitchFamily="2" charset="2"/>
              <a:buChar char="§"/>
            </a:pPr>
            <a:endParaRPr lang="pt-BR" sz="1600" dirty="0">
              <a:solidFill>
                <a:srgbClr val="000000"/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0B340E-8CC0-EF31-3D1E-CCB9995E78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5757A88-A6D6-4E20-7795-9F8DF03E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67046"/>
              </p:ext>
            </p:extLst>
          </p:nvPr>
        </p:nvGraphicFramePr>
        <p:xfrm>
          <a:off x="4766185" y="2099347"/>
          <a:ext cx="4032448" cy="158417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279395078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3830411715"/>
                    </a:ext>
                  </a:extLst>
                </a:gridCol>
              </a:tblGrid>
              <a:tr h="316835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rgbClr val="000000"/>
                          </a:solidFill>
                        </a:rPr>
                        <a:t>Nº de aplicações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55032"/>
                  </a:ext>
                </a:extLst>
              </a:tr>
              <a:tr h="316835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rgbClr val="000000"/>
                          </a:solidFill>
                        </a:rPr>
                        <a:t>Concedido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03775"/>
                  </a:ext>
                </a:extLst>
              </a:tr>
              <a:tr h="316835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rgbClr val="000000"/>
                          </a:solidFill>
                        </a:rPr>
                        <a:t>Negado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70284"/>
                  </a:ext>
                </a:extLst>
              </a:tr>
              <a:tr h="316835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rgbClr val="000000"/>
                          </a:solidFill>
                        </a:rPr>
                        <a:t>Sem 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850376"/>
                  </a:ext>
                </a:extLst>
              </a:tr>
              <a:tr h="316835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00486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D9A3B493-A7CE-D57B-B362-1114C1D39F18}"/>
              </a:ext>
            </a:extLst>
          </p:cNvPr>
          <p:cNvSpPr/>
          <p:nvPr/>
        </p:nvSpPr>
        <p:spPr>
          <a:xfrm>
            <a:off x="4455352" y="1624850"/>
            <a:ext cx="4697893" cy="3916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80340" marR="179070" algn="ctr">
              <a:lnSpc>
                <a:spcPct val="101000"/>
              </a:lnSpc>
            </a:pPr>
            <a:r>
              <a:rPr lang="pt-BR" sz="10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Resultados dos pedidos de Liberdade Condicional por Exceção feitos por pessoas com 50 anos ou mais, nos últimos 5 anos fiscais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D7E1AB7-CDEF-D364-17E0-C9824C0F5EF0}"/>
              </a:ext>
            </a:extLst>
          </p:cNvPr>
          <p:cNvSpPr/>
          <p:nvPr/>
        </p:nvSpPr>
        <p:spPr>
          <a:xfrm>
            <a:off x="4563985" y="3683522"/>
            <a:ext cx="4537467" cy="1944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80340" marR="179070">
              <a:lnSpc>
                <a:spcPct val="101000"/>
              </a:lnSpc>
            </a:pPr>
            <a:r>
              <a:rPr lang="pt-BR" sz="700" i="1" kern="50" noProof="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Fonte: Elaborado pelo autor a partir de dados fornecidos diretamente pelo Parole Board </a:t>
            </a:r>
            <a:r>
              <a:rPr lang="pt-BR" sz="700" i="1" kern="50" noProof="0" dirty="0" err="1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of</a:t>
            </a:r>
            <a:r>
              <a:rPr lang="pt-BR" sz="700" i="1" kern="50" noProof="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 Canada</a:t>
            </a:r>
          </a:p>
        </p:txBody>
      </p:sp>
    </p:spTree>
    <p:extLst>
      <p:ext uri="{BB962C8B-B14F-4D97-AF65-F5344CB8AC3E}">
        <p14:creationId xmlns:p14="http://schemas.microsoft.com/office/powerpoint/2010/main" val="305808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7C20070-0B8F-FB89-8706-D083528630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0583346"/>
              </p:ext>
            </p:extLst>
          </p:nvPr>
        </p:nvGraphicFramePr>
        <p:xfrm>
          <a:off x="959768" y="279913"/>
          <a:ext cx="7224464" cy="460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8E7C75A-4C18-AED3-84DC-072E57F2CD45}"/>
              </a:ext>
            </a:extLst>
          </p:cNvPr>
          <p:cNvCxnSpPr>
            <a:cxnSpLocks/>
          </p:cNvCxnSpPr>
          <p:nvPr/>
        </p:nvCxnSpPr>
        <p:spPr>
          <a:xfrm flipV="1">
            <a:off x="2987824" y="771550"/>
            <a:ext cx="648072" cy="3600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AD22AE9-DB56-34DA-737B-05D853D0EEBF}"/>
              </a:ext>
            </a:extLst>
          </p:cNvPr>
          <p:cNvCxnSpPr>
            <a:cxnSpLocks/>
          </p:cNvCxnSpPr>
          <p:nvPr/>
        </p:nvCxnSpPr>
        <p:spPr>
          <a:xfrm>
            <a:off x="5553534" y="699542"/>
            <a:ext cx="602642" cy="4320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2CD18F64-8E46-E60A-6928-6E5F5132D8F5}"/>
              </a:ext>
            </a:extLst>
          </p:cNvPr>
          <p:cNvCxnSpPr>
            <a:cxnSpLocks/>
          </p:cNvCxnSpPr>
          <p:nvPr/>
        </p:nvCxnSpPr>
        <p:spPr>
          <a:xfrm>
            <a:off x="6660232" y="2616478"/>
            <a:ext cx="216024" cy="4593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403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60" y="-44728"/>
            <a:ext cx="7560840" cy="857400"/>
          </a:xfrm>
        </p:spPr>
        <p:txBody>
          <a:bodyPr/>
          <a:lstStyle/>
          <a:p>
            <a:r>
              <a:rPr lang="pt-BR" sz="2400" b="1" dirty="0">
                <a:solidFill>
                  <a:srgbClr val="000000"/>
                </a:solidFill>
                <a:latin typeface="High Tower Text" panose="02040502050506030303" pitchFamily="18" charset="0"/>
              </a:rPr>
              <a:t>E O BRASIL?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-20544" y="807323"/>
            <a:ext cx="3584432" cy="4203109"/>
          </a:xfrm>
        </p:spPr>
        <p:txBody>
          <a:bodyPr/>
          <a:lstStyle/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Aumento no número de pessoas idosas encarceradas no Brasil: de 1.350 (2005) para 14.722 (2022)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Virada punitiva e encarceramento em massa (Dal Santo, 2020; 2022)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Lei 13.964/2019 (Pacote Anticrime)</a:t>
            </a:r>
          </a:p>
          <a:p>
            <a:pPr marL="715963" indent="-352425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0000"/>
                </a:solidFill>
              </a:rPr>
              <a:t>Lei 15358/2026 (Lei </a:t>
            </a:r>
            <a:r>
              <a:rPr lang="pt-BR" sz="1600" dirty="0" err="1">
                <a:solidFill>
                  <a:srgbClr val="000000"/>
                </a:solidFill>
              </a:rPr>
              <a:t>Antifacção</a:t>
            </a:r>
            <a:r>
              <a:rPr lang="pt-BR" sz="1600" dirty="0">
                <a:solidFill>
                  <a:srgbClr val="000000"/>
                </a:solidFill>
              </a:rPr>
              <a:t>)</a:t>
            </a:r>
          </a:p>
          <a:p>
            <a:pPr marL="363538" indent="0" algn="just">
              <a:buNone/>
            </a:pPr>
            <a:endParaRPr lang="pt-BR" sz="16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rcRect t="14656" b="6541"/>
          <a:stretch>
            <a:fillRect/>
          </a:stretch>
        </p:blipFill>
        <p:spPr>
          <a:xfrm>
            <a:off x="3995936" y="1491630"/>
            <a:ext cx="4919776" cy="280831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4D5E376-8680-C3B6-C80C-C485AB120163}"/>
              </a:ext>
            </a:extLst>
          </p:cNvPr>
          <p:cNvSpPr/>
          <p:nvPr/>
        </p:nvSpPr>
        <p:spPr>
          <a:xfrm>
            <a:off x="3995936" y="1003862"/>
            <a:ext cx="4810344" cy="4515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80340" marR="179070" algn="ctr">
              <a:lnSpc>
                <a:spcPct val="101000"/>
              </a:lnSpc>
            </a:pPr>
            <a:r>
              <a:rPr lang="pt-BR" sz="1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Número de pessoas encarceradas com 60 anos ou mais no Brasil (2005-2022)</a:t>
            </a:r>
            <a:endParaRPr lang="pt-BR" sz="1200" dirty="0">
              <a:solidFill>
                <a:schemeClr val="tx2">
                  <a:lumMod val="1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3600403-6E08-AE59-E946-989984FB068C}"/>
              </a:ext>
            </a:extLst>
          </p:cNvPr>
          <p:cNvSpPr/>
          <p:nvPr/>
        </p:nvSpPr>
        <p:spPr>
          <a:xfrm>
            <a:off x="4716016" y="4336176"/>
            <a:ext cx="3600400" cy="20896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80340" marR="179070">
              <a:lnSpc>
                <a:spcPct val="101000"/>
              </a:lnSpc>
            </a:pPr>
            <a:r>
              <a:rPr lang="pt-BR" sz="800" i="1" kern="50" noProof="0" dirty="0">
                <a:solidFill>
                  <a:schemeClr val="tx2">
                    <a:lumMod val="10000"/>
                  </a:schemeClr>
                </a:solidFill>
                <a:ea typeface="SimSun" panose="02010600030101010101" pitchFamily="2" charset="-122"/>
              </a:rPr>
              <a:t>Fonte: Elaborado pelo autor a partir de dados governamentais</a:t>
            </a:r>
          </a:p>
        </p:txBody>
      </p:sp>
    </p:spTree>
    <p:extLst>
      <p:ext uri="{BB962C8B-B14F-4D97-AF65-F5344CB8AC3E}">
        <p14:creationId xmlns:p14="http://schemas.microsoft.com/office/powerpoint/2010/main" val="1070352703"/>
      </p:ext>
    </p:extLst>
  </p:cSld>
  <p:clrMapOvr>
    <a:masterClrMapping/>
  </p:clrMapOvr>
</p:sld>
</file>

<file path=ppt/theme/theme1.xml><?xml version="1.0" encoding="utf-8"?>
<a:theme xmlns:a="http://schemas.openxmlformats.org/drawingml/2006/main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38449</TotalTime>
  <Words>1016</Words>
  <Application>Microsoft Office PowerPoint</Application>
  <PresentationFormat>Apresentação na tela (16:9)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High Tower Text</vt:lpstr>
      <vt:lpstr>Wingdings</vt:lpstr>
      <vt:lpstr>SimSun</vt:lpstr>
      <vt:lpstr>Arial</vt:lpstr>
      <vt:lpstr>Lato</vt:lpstr>
      <vt:lpstr>Raleway</vt:lpstr>
      <vt:lpstr>Antonio template</vt:lpstr>
      <vt:lpstr> Envelhecimento da População Prisional: reflexões empíricas a partir do caso canadense </vt:lpstr>
      <vt:lpstr>INTRODUÇÃO</vt:lpstr>
      <vt:lpstr>O PROBLEMA DE PESQUISA</vt:lpstr>
      <vt:lpstr>METODOLOGIA</vt:lpstr>
      <vt:lpstr>ASPECTOS DEMOGRÁFICOS</vt:lpstr>
      <vt:lpstr>O CANADÁ NO CONTEXTO DO NORTE GLOBAL</vt:lpstr>
      <vt:lpstr>O IMPACTO DAS “LIFE SENTENCES”</vt:lpstr>
      <vt:lpstr>DA ABOLIÇÃO DA PENA DE MORTE À LIFE SENTENCE</vt:lpstr>
      <vt:lpstr>POLÍTICAS DE ENDURECIMENTO DA LEI PENAL</vt:lpstr>
      <vt:lpstr>MUDANÇA NAS PRÁTICAS JUDICIAIS</vt:lpstr>
      <vt:lpstr>PAROLE E O SISTEMA DE AVALIAÇÃO DE RISCOS</vt:lpstr>
      <vt:lpstr>Apresentação do PowerPoint</vt:lpstr>
      <vt:lpstr>E O BRASIL?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Hosanah Filho</dc:creator>
  <cp:lastModifiedBy>Hosanah Filho</cp:lastModifiedBy>
  <cp:revision>101</cp:revision>
  <dcterms:modified xsi:type="dcterms:W3CDTF">2026-10-01T13:19:52Z</dcterms:modified>
</cp:coreProperties>
</file>